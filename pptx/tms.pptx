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8"/>
  </p:notesMasterIdLst>
  <p:sldIdLst>
    <p:sldId id="278" r:id="rId2"/>
    <p:sldId id="281" r:id="rId3"/>
    <p:sldId id="282" r:id="rId4"/>
    <p:sldId id="283" r:id="rId5"/>
    <p:sldId id="279" r:id="rId6"/>
    <p:sldId id="280" r:id="rId7"/>
    <p:sldId id="284" r:id="rId8"/>
    <p:sldId id="285" r:id="rId9"/>
    <p:sldId id="286" r:id="rId10"/>
    <p:sldId id="287" r:id="rId11"/>
    <p:sldId id="288" r:id="rId12"/>
    <p:sldId id="289" r:id="rId13"/>
    <p:sldId id="293" r:id="rId14"/>
    <p:sldId id="290" r:id="rId15"/>
    <p:sldId id="291" r:id="rId16"/>
    <p:sldId id="292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525036-BD5A-D648-A80B-42D11D795BD9}" v="167" dt="2026-06-18T16:38:17.4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937"/>
    <p:restoredTop sz="94848"/>
  </p:normalViewPr>
  <p:slideViewPr>
    <p:cSldViewPr snapToGrid="0">
      <p:cViewPr varScale="1">
        <p:scale>
          <a:sx n="94" d="100"/>
          <a:sy n="94" d="100"/>
        </p:scale>
        <p:origin x="200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ven White" userId="aa984103-a702-4fa6-abe2-8f7477a6bddf" providerId="ADAL" clId="{689ABEF0-56C0-5DA7-AED3-AFA321885446}"/>
    <pc:docChg chg="undo custSel addSld delSld modSld">
      <pc:chgData name="Steven White" userId="aa984103-a702-4fa6-abe2-8f7477a6bddf" providerId="ADAL" clId="{689ABEF0-56C0-5DA7-AED3-AFA321885446}" dt="2026-06-18T16:38:17.487" v="2681" actId="20577"/>
      <pc:docMkLst>
        <pc:docMk/>
      </pc:docMkLst>
      <pc:sldChg chg="del">
        <pc:chgData name="Steven White" userId="aa984103-a702-4fa6-abe2-8f7477a6bddf" providerId="ADAL" clId="{689ABEF0-56C0-5DA7-AED3-AFA321885446}" dt="2026-06-18T16:20:37.982" v="1915" actId="2696"/>
        <pc:sldMkLst>
          <pc:docMk/>
          <pc:sldMk cId="3472453886" sldId="256"/>
        </pc:sldMkLst>
      </pc:sldChg>
      <pc:sldChg chg="del">
        <pc:chgData name="Steven White" userId="aa984103-a702-4fa6-abe2-8f7477a6bddf" providerId="ADAL" clId="{689ABEF0-56C0-5DA7-AED3-AFA321885446}" dt="2026-06-18T16:20:38.028" v="1923" actId="2696"/>
        <pc:sldMkLst>
          <pc:docMk/>
          <pc:sldMk cId="937621584" sldId="263"/>
        </pc:sldMkLst>
      </pc:sldChg>
      <pc:sldChg chg="del">
        <pc:chgData name="Steven White" userId="aa984103-a702-4fa6-abe2-8f7477a6bddf" providerId="ADAL" clId="{689ABEF0-56C0-5DA7-AED3-AFA321885446}" dt="2026-06-18T15:51:16.358" v="127" actId="2696"/>
        <pc:sldMkLst>
          <pc:docMk/>
          <pc:sldMk cId="3855623880" sldId="264"/>
        </pc:sldMkLst>
      </pc:sldChg>
      <pc:sldChg chg="del">
        <pc:chgData name="Steven White" userId="aa984103-a702-4fa6-abe2-8f7477a6bddf" providerId="ADAL" clId="{689ABEF0-56C0-5DA7-AED3-AFA321885446}" dt="2026-06-18T16:20:37.994" v="1917" actId="2696"/>
        <pc:sldMkLst>
          <pc:docMk/>
          <pc:sldMk cId="628313008" sldId="271"/>
        </pc:sldMkLst>
      </pc:sldChg>
      <pc:sldChg chg="del">
        <pc:chgData name="Steven White" userId="aa984103-a702-4fa6-abe2-8f7477a6bddf" providerId="ADAL" clId="{689ABEF0-56C0-5DA7-AED3-AFA321885446}" dt="2026-06-18T16:20:37.999" v="1918" actId="2696"/>
        <pc:sldMkLst>
          <pc:docMk/>
          <pc:sldMk cId="214107699" sldId="272"/>
        </pc:sldMkLst>
      </pc:sldChg>
      <pc:sldChg chg="del">
        <pc:chgData name="Steven White" userId="aa984103-a702-4fa6-abe2-8f7477a6bddf" providerId="ADAL" clId="{689ABEF0-56C0-5DA7-AED3-AFA321885446}" dt="2026-06-18T16:20:38.003" v="1919" actId="2696"/>
        <pc:sldMkLst>
          <pc:docMk/>
          <pc:sldMk cId="3433824166" sldId="273"/>
        </pc:sldMkLst>
      </pc:sldChg>
      <pc:sldChg chg="del">
        <pc:chgData name="Steven White" userId="aa984103-a702-4fa6-abe2-8f7477a6bddf" providerId="ADAL" clId="{689ABEF0-56C0-5DA7-AED3-AFA321885446}" dt="2026-06-18T16:20:37.988" v="1916" actId="2696"/>
        <pc:sldMkLst>
          <pc:docMk/>
          <pc:sldMk cId="2888434439" sldId="274"/>
        </pc:sldMkLst>
      </pc:sldChg>
      <pc:sldChg chg="del">
        <pc:chgData name="Steven White" userId="aa984103-a702-4fa6-abe2-8f7477a6bddf" providerId="ADAL" clId="{689ABEF0-56C0-5DA7-AED3-AFA321885446}" dt="2026-06-18T16:20:38.017" v="1921" actId="2696"/>
        <pc:sldMkLst>
          <pc:docMk/>
          <pc:sldMk cId="1157353620" sldId="275"/>
        </pc:sldMkLst>
      </pc:sldChg>
      <pc:sldChg chg="del">
        <pc:chgData name="Steven White" userId="aa984103-a702-4fa6-abe2-8f7477a6bddf" providerId="ADAL" clId="{689ABEF0-56C0-5DA7-AED3-AFA321885446}" dt="2026-06-18T16:20:38.008" v="1920" actId="2696"/>
        <pc:sldMkLst>
          <pc:docMk/>
          <pc:sldMk cId="2969456361" sldId="276"/>
        </pc:sldMkLst>
      </pc:sldChg>
      <pc:sldChg chg="del">
        <pc:chgData name="Steven White" userId="aa984103-a702-4fa6-abe2-8f7477a6bddf" providerId="ADAL" clId="{689ABEF0-56C0-5DA7-AED3-AFA321885446}" dt="2026-06-18T16:20:38.024" v="1922" actId="2696"/>
        <pc:sldMkLst>
          <pc:docMk/>
          <pc:sldMk cId="3671952943" sldId="277"/>
        </pc:sldMkLst>
      </pc:sldChg>
      <pc:sldChg chg="addSp modSp new mod">
        <pc:chgData name="Steven White" userId="aa984103-a702-4fa6-abe2-8f7477a6bddf" providerId="ADAL" clId="{689ABEF0-56C0-5DA7-AED3-AFA321885446}" dt="2026-06-18T16:23:02.704" v="2275" actId="20577"/>
        <pc:sldMkLst>
          <pc:docMk/>
          <pc:sldMk cId="2835421582" sldId="278"/>
        </pc:sldMkLst>
        <pc:spChg chg="mod">
          <ac:chgData name="Steven White" userId="aa984103-a702-4fa6-abe2-8f7477a6bddf" providerId="ADAL" clId="{689ABEF0-56C0-5DA7-AED3-AFA321885446}" dt="2026-06-18T16:23:02.704" v="2275" actId="20577"/>
          <ac:spMkLst>
            <pc:docMk/>
            <pc:sldMk cId="2835421582" sldId="278"/>
            <ac:spMk id="3" creationId="{98B8CAF7-DBD7-09DF-CF27-68F231F544EC}"/>
          </ac:spMkLst>
        </pc:spChg>
        <pc:picChg chg="add mod">
          <ac:chgData name="Steven White" userId="aa984103-a702-4fa6-abe2-8f7477a6bddf" providerId="ADAL" clId="{689ABEF0-56C0-5DA7-AED3-AFA321885446}" dt="2026-06-18T15:49:51.181" v="4" actId="1076"/>
          <ac:picMkLst>
            <pc:docMk/>
            <pc:sldMk cId="2835421582" sldId="278"/>
            <ac:picMk id="4" creationId="{C21F98AA-38C3-EB48-F200-27F577DD53DB}"/>
          </ac:picMkLst>
        </pc:picChg>
        <pc:picChg chg="add mod">
          <ac:chgData name="Steven White" userId="aa984103-a702-4fa6-abe2-8f7477a6bddf" providerId="ADAL" clId="{689ABEF0-56C0-5DA7-AED3-AFA321885446}" dt="2026-06-18T16:22:44.256" v="2252" actId="1076"/>
          <ac:picMkLst>
            <pc:docMk/>
            <pc:sldMk cId="2835421582" sldId="278"/>
            <ac:picMk id="5" creationId="{44C12596-FFA9-E1D7-A7D9-9E32558DB8A6}"/>
          </ac:picMkLst>
        </pc:picChg>
      </pc:sldChg>
      <pc:sldChg chg="modSp new mod modAnim">
        <pc:chgData name="Steven White" userId="aa984103-a702-4fa6-abe2-8f7477a6bddf" providerId="ADAL" clId="{689ABEF0-56C0-5DA7-AED3-AFA321885446}" dt="2026-06-18T16:23:40.884" v="2277" actId="20577"/>
        <pc:sldMkLst>
          <pc:docMk/>
          <pc:sldMk cId="2172210467" sldId="279"/>
        </pc:sldMkLst>
        <pc:spChg chg="mod">
          <ac:chgData name="Steven White" userId="aa984103-a702-4fa6-abe2-8f7477a6bddf" providerId="ADAL" clId="{689ABEF0-56C0-5DA7-AED3-AFA321885446}" dt="2026-06-18T15:59:33.301" v="657" actId="20577"/>
          <ac:spMkLst>
            <pc:docMk/>
            <pc:sldMk cId="2172210467" sldId="279"/>
            <ac:spMk id="2" creationId="{5CD44BEF-74AF-AE3E-B1F6-AD23DB0ED787}"/>
          </ac:spMkLst>
        </pc:spChg>
        <pc:spChg chg="mod">
          <ac:chgData name="Steven White" userId="aa984103-a702-4fa6-abe2-8f7477a6bddf" providerId="ADAL" clId="{689ABEF0-56C0-5DA7-AED3-AFA321885446}" dt="2026-06-18T16:23:40.884" v="2277" actId="20577"/>
          <ac:spMkLst>
            <pc:docMk/>
            <pc:sldMk cId="2172210467" sldId="279"/>
            <ac:spMk id="3" creationId="{F0525308-399B-FA32-49B3-71725EED6F65}"/>
          </ac:spMkLst>
        </pc:spChg>
      </pc:sldChg>
      <pc:sldChg chg="addSp modSp new mod modShow">
        <pc:chgData name="Steven White" userId="aa984103-a702-4fa6-abe2-8f7477a6bddf" providerId="ADAL" clId="{689ABEF0-56C0-5DA7-AED3-AFA321885446}" dt="2026-06-18T16:23:54.005" v="2278" actId="729"/>
        <pc:sldMkLst>
          <pc:docMk/>
          <pc:sldMk cId="2026735094" sldId="280"/>
        </pc:sldMkLst>
        <pc:spChg chg="mod">
          <ac:chgData name="Steven White" userId="aa984103-a702-4fa6-abe2-8f7477a6bddf" providerId="ADAL" clId="{689ABEF0-56C0-5DA7-AED3-AFA321885446}" dt="2026-06-18T15:53:41.198" v="418" actId="20577"/>
          <ac:spMkLst>
            <pc:docMk/>
            <pc:sldMk cId="2026735094" sldId="280"/>
            <ac:spMk id="2" creationId="{7B520847-90E8-0634-D47D-BB040C9E4A45}"/>
          </ac:spMkLst>
        </pc:spChg>
        <pc:picChg chg="add mod">
          <ac:chgData name="Steven White" userId="aa984103-a702-4fa6-abe2-8f7477a6bddf" providerId="ADAL" clId="{689ABEF0-56C0-5DA7-AED3-AFA321885446}" dt="2026-06-18T15:53:37.669" v="395" actId="1076"/>
          <ac:picMkLst>
            <pc:docMk/>
            <pc:sldMk cId="2026735094" sldId="280"/>
            <ac:picMk id="4" creationId="{AA5EC386-70B8-2289-1A26-78F0FBDCC448}"/>
          </ac:picMkLst>
        </pc:picChg>
      </pc:sldChg>
      <pc:sldChg chg="addSp modSp new mod">
        <pc:chgData name="Steven White" userId="aa984103-a702-4fa6-abe2-8f7477a6bddf" providerId="ADAL" clId="{689ABEF0-56C0-5DA7-AED3-AFA321885446}" dt="2026-06-18T16:29:54.769" v="2557" actId="1076"/>
        <pc:sldMkLst>
          <pc:docMk/>
          <pc:sldMk cId="3489736333" sldId="281"/>
        </pc:sldMkLst>
        <pc:spChg chg="mod">
          <ac:chgData name="Steven White" userId="aa984103-a702-4fa6-abe2-8f7477a6bddf" providerId="ADAL" clId="{689ABEF0-56C0-5DA7-AED3-AFA321885446}" dt="2026-06-18T16:29:20.070" v="2477" actId="1076"/>
          <ac:spMkLst>
            <pc:docMk/>
            <pc:sldMk cId="3489736333" sldId="281"/>
            <ac:spMk id="2" creationId="{46E2FDA7-3E0E-103E-E457-0C1030EBC5CD}"/>
          </ac:spMkLst>
        </pc:spChg>
        <pc:spChg chg="mod">
          <ac:chgData name="Steven White" userId="aa984103-a702-4fa6-abe2-8f7477a6bddf" providerId="ADAL" clId="{689ABEF0-56C0-5DA7-AED3-AFA321885446}" dt="2026-06-18T16:29:15.119" v="2474" actId="14100"/>
          <ac:spMkLst>
            <pc:docMk/>
            <pc:sldMk cId="3489736333" sldId="281"/>
            <ac:spMk id="3" creationId="{003613A3-C095-5E78-53F6-C61118E3F414}"/>
          </ac:spMkLst>
        </pc:spChg>
        <pc:spChg chg="add mod">
          <ac:chgData name="Steven White" userId="aa984103-a702-4fa6-abe2-8f7477a6bddf" providerId="ADAL" clId="{689ABEF0-56C0-5DA7-AED3-AFA321885446}" dt="2026-06-18T16:29:54.769" v="2557" actId="1076"/>
          <ac:spMkLst>
            <pc:docMk/>
            <pc:sldMk cId="3489736333" sldId="281"/>
            <ac:spMk id="4" creationId="{F2050576-48EF-3210-EF02-2E35E24697D6}"/>
          </ac:spMkLst>
        </pc:spChg>
        <pc:spChg chg="add mod">
          <ac:chgData name="Steven White" userId="aa984103-a702-4fa6-abe2-8f7477a6bddf" providerId="ADAL" clId="{689ABEF0-56C0-5DA7-AED3-AFA321885446}" dt="2026-06-18T16:29:52.153" v="2556" actId="1076"/>
          <ac:spMkLst>
            <pc:docMk/>
            <pc:sldMk cId="3489736333" sldId="281"/>
            <ac:spMk id="5" creationId="{8196465F-0B52-2C65-E083-7048FA50A09A}"/>
          </ac:spMkLst>
        </pc:spChg>
      </pc:sldChg>
      <pc:sldChg chg="addSp delSp modSp new mod">
        <pc:chgData name="Steven White" userId="aa984103-a702-4fa6-abe2-8f7477a6bddf" providerId="ADAL" clId="{689ABEF0-56C0-5DA7-AED3-AFA321885446}" dt="2026-06-18T16:30:19.886" v="2559" actId="1076"/>
        <pc:sldMkLst>
          <pc:docMk/>
          <pc:sldMk cId="1317925710" sldId="282"/>
        </pc:sldMkLst>
        <pc:spChg chg="mod">
          <ac:chgData name="Steven White" userId="aa984103-a702-4fa6-abe2-8f7477a6bddf" providerId="ADAL" clId="{689ABEF0-56C0-5DA7-AED3-AFA321885446}" dt="2026-06-18T16:18:11.030" v="1713" actId="113"/>
          <ac:spMkLst>
            <pc:docMk/>
            <pc:sldMk cId="1317925710" sldId="282"/>
            <ac:spMk id="2" creationId="{650B9CE6-7C12-60E5-2D89-3C4B74AB9B3C}"/>
          </ac:spMkLst>
        </pc:spChg>
        <pc:picChg chg="add mod">
          <ac:chgData name="Steven White" userId="aa984103-a702-4fa6-abe2-8f7477a6bddf" providerId="ADAL" clId="{689ABEF0-56C0-5DA7-AED3-AFA321885446}" dt="2026-06-18T16:30:17.719" v="2558" actId="1076"/>
          <ac:picMkLst>
            <pc:docMk/>
            <pc:sldMk cId="1317925710" sldId="282"/>
            <ac:picMk id="4" creationId="{A89CEE74-B118-8041-547A-70758E80F42D}"/>
          </ac:picMkLst>
        </pc:picChg>
        <pc:picChg chg="add del mod">
          <ac:chgData name="Steven White" userId="aa984103-a702-4fa6-abe2-8f7477a6bddf" providerId="ADAL" clId="{689ABEF0-56C0-5DA7-AED3-AFA321885446}" dt="2026-06-18T15:58:21.674" v="590" actId="478"/>
          <ac:picMkLst>
            <pc:docMk/>
            <pc:sldMk cId="1317925710" sldId="282"/>
            <ac:picMk id="5" creationId="{0BD309D1-49F7-17C8-5BC3-ACB309380E42}"/>
          </ac:picMkLst>
        </pc:picChg>
        <pc:picChg chg="add mod">
          <ac:chgData name="Steven White" userId="aa984103-a702-4fa6-abe2-8f7477a6bddf" providerId="ADAL" clId="{689ABEF0-56C0-5DA7-AED3-AFA321885446}" dt="2026-06-18T16:30:19.886" v="2559" actId="1076"/>
          <ac:picMkLst>
            <pc:docMk/>
            <pc:sldMk cId="1317925710" sldId="282"/>
            <ac:picMk id="6" creationId="{14142EE6-782A-B573-28B9-5A8AC4040498}"/>
          </ac:picMkLst>
        </pc:picChg>
      </pc:sldChg>
      <pc:sldChg chg="addSp delSp modSp add mod">
        <pc:chgData name="Steven White" userId="aa984103-a702-4fa6-abe2-8f7477a6bddf" providerId="ADAL" clId="{689ABEF0-56C0-5DA7-AED3-AFA321885446}" dt="2026-06-18T16:18:08.474" v="1712" actId="113"/>
        <pc:sldMkLst>
          <pc:docMk/>
          <pc:sldMk cId="3274076196" sldId="283"/>
        </pc:sldMkLst>
        <pc:spChg chg="mod">
          <ac:chgData name="Steven White" userId="aa984103-a702-4fa6-abe2-8f7477a6bddf" providerId="ADAL" clId="{689ABEF0-56C0-5DA7-AED3-AFA321885446}" dt="2026-06-18T16:18:08.474" v="1712" actId="113"/>
          <ac:spMkLst>
            <pc:docMk/>
            <pc:sldMk cId="3274076196" sldId="283"/>
            <ac:spMk id="2" creationId="{85681913-C7EF-E7EA-F448-D6C778FBFFB2}"/>
          </ac:spMkLst>
        </pc:spChg>
        <pc:spChg chg="del">
          <ac:chgData name="Steven White" userId="aa984103-a702-4fa6-abe2-8f7477a6bddf" providerId="ADAL" clId="{689ABEF0-56C0-5DA7-AED3-AFA321885446}" dt="2026-06-18T15:59:00.882" v="613" actId="478"/>
          <ac:spMkLst>
            <pc:docMk/>
            <pc:sldMk cId="3274076196" sldId="283"/>
            <ac:spMk id="3" creationId="{68577378-4880-2A84-3D9F-0322303258B8}"/>
          </ac:spMkLst>
        </pc:spChg>
        <pc:spChg chg="add mod">
          <ac:chgData name="Steven White" userId="aa984103-a702-4fa6-abe2-8f7477a6bddf" providerId="ADAL" clId="{689ABEF0-56C0-5DA7-AED3-AFA321885446}" dt="2026-06-18T15:58:58.399" v="612" actId="1076"/>
          <ac:spMkLst>
            <pc:docMk/>
            <pc:sldMk cId="3274076196" sldId="283"/>
            <ac:spMk id="7" creationId="{4AE92BD1-184F-9678-F23D-ECE3D7B1D53E}"/>
          </ac:spMkLst>
        </pc:spChg>
        <pc:picChg chg="del">
          <ac:chgData name="Steven White" userId="aa984103-a702-4fa6-abe2-8f7477a6bddf" providerId="ADAL" clId="{689ABEF0-56C0-5DA7-AED3-AFA321885446}" dt="2026-06-18T15:58:49.637" v="597" actId="478"/>
          <ac:picMkLst>
            <pc:docMk/>
            <pc:sldMk cId="3274076196" sldId="283"/>
            <ac:picMk id="4" creationId="{F4522750-A585-5108-9D87-0C0800DB1334}"/>
          </ac:picMkLst>
        </pc:picChg>
        <pc:picChg chg="del">
          <ac:chgData name="Steven White" userId="aa984103-a702-4fa6-abe2-8f7477a6bddf" providerId="ADAL" clId="{689ABEF0-56C0-5DA7-AED3-AFA321885446}" dt="2026-06-18T15:58:50.609" v="598" actId="478"/>
          <ac:picMkLst>
            <pc:docMk/>
            <pc:sldMk cId="3274076196" sldId="283"/>
            <ac:picMk id="6" creationId="{2C0596AD-F1C4-DA45-5577-9D4E6C63B0BA}"/>
          </ac:picMkLst>
        </pc:picChg>
      </pc:sldChg>
      <pc:sldChg chg="addSp modSp new mod">
        <pc:chgData name="Steven White" userId="aa984103-a702-4fa6-abe2-8f7477a6bddf" providerId="ADAL" clId="{689ABEF0-56C0-5DA7-AED3-AFA321885446}" dt="2026-06-18T16:18:33.085" v="1724" actId="20577"/>
        <pc:sldMkLst>
          <pc:docMk/>
          <pc:sldMk cId="408069857" sldId="284"/>
        </pc:sldMkLst>
        <pc:spChg chg="mod">
          <ac:chgData name="Steven White" userId="aa984103-a702-4fa6-abe2-8f7477a6bddf" providerId="ADAL" clId="{689ABEF0-56C0-5DA7-AED3-AFA321885446}" dt="2026-06-18T16:18:33.085" v="1724" actId="20577"/>
          <ac:spMkLst>
            <pc:docMk/>
            <pc:sldMk cId="408069857" sldId="284"/>
            <ac:spMk id="2" creationId="{2C4DC5C2-A7F8-9EF5-BA0E-A294EAAC7C23}"/>
          </ac:spMkLst>
        </pc:spChg>
        <pc:spChg chg="mod">
          <ac:chgData name="Steven White" userId="aa984103-a702-4fa6-abe2-8f7477a6bddf" providerId="ADAL" clId="{689ABEF0-56C0-5DA7-AED3-AFA321885446}" dt="2026-06-18T16:18:20.907" v="1714" actId="1076"/>
          <ac:spMkLst>
            <pc:docMk/>
            <pc:sldMk cId="408069857" sldId="284"/>
            <ac:spMk id="3" creationId="{CDC24563-5AD1-B8A7-970F-0D095860CDF5}"/>
          </ac:spMkLst>
        </pc:spChg>
        <pc:picChg chg="add mod">
          <ac:chgData name="Steven White" userId="aa984103-a702-4fa6-abe2-8f7477a6bddf" providerId="ADAL" clId="{689ABEF0-56C0-5DA7-AED3-AFA321885446}" dt="2026-06-18T16:18:20.907" v="1714" actId="1076"/>
          <ac:picMkLst>
            <pc:docMk/>
            <pc:sldMk cId="408069857" sldId="284"/>
            <ac:picMk id="4" creationId="{20549945-ED7D-5099-357C-C9B58CA014DC}"/>
          </ac:picMkLst>
        </pc:picChg>
      </pc:sldChg>
      <pc:sldChg chg="addSp modSp new mod modAnim">
        <pc:chgData name="Steven White" userId="aa984103-a702-4fa6-abe2-8f7477a6bddf" providerId="ADAL" clId="{689ABEF0-56C0-5DA7-AED3-AFA321885446}" dt="2026-06-18T16:35:09.244" v="2620"/>
        <pc:sldMkLst>
          <pc:docMk/>
          <pc:sldMk cId="3700656635" sldId="285"/>
        </pc:sldMkLst>
        <pc:spChg chg="mod">
          <ac:chgData name="Steven White" userId="aa984103-a702-4fa6-abe2-8f7477a6bddf" providerId="ADAL" clId="{689ABEF0-56C0-5DA7-AED3-AFA321885446}" dt="2026-06-18T16:03:50.284" v="867" actId="113"/>
          <ac:spMkLst>
            <pc:docMk/>
            <pc:sldMk cId="3700656635" sldId="285"/>
            <ac:spMk id="2" creationId="{C102E59D-DF6B-4D66-ED75-CCF444DD22CB}"/>
          </ac:spMkLst>
        </pc:spChg>
        <pc:spChg chg="mod">
          <ac:chgData name="Steven White" userId="aa984103-a702-4fa6-abe2-8f7477a6bddf" providerId="ADAL" clId="{689ABEF0-56C0-5DA7-AED3-AFA321885446}" dt="2026-06-18T16:34:44.309" v="2616" actId="20577"/>
          <ac:spMkLst>
            <pc:docMk/>
            <pc:sldMk cId="3700656635" sldId="285"/>
            <ac:spMk id="3" creationId="{B9BD9126-DF47-A622-3948-43DCCB08426B}"/>
          </ac:spMkLst>
        </pc:spChg>
        <pc:spChg chg="add mod">
          <ac:chgData name="Steven White" userId="aa984103-a702-4fa6-abe2-8f7477a6bddf" providerId="ADAL" clId="{689ABEF0-56C0-5DA7-AED3-AFA321885446}" dt="2026-06-18T16:06:52.746" v="1050" actId="1076"/>
          <ac:spMkLst>
            <pc:docMk/>
            <pc:sldMk cId="3700656635" sldId="285"/>
            <ac:spMk id="7" creationId="{CBB8680B-1751-1A0D-E615-CB6FFBCE0827}"/>
          </ac:spMkLst>
        </pc:spChg>
        <pc:spChg chg="add mod">
          <ac:chgData name="Steven White" userId="aa984103-a702-4fa6-abe2-8f7477a6bddf" providerId="ADAL" clId="{689ABEF0-56C0-5DA7-AED3-AFA321885446}" dt="2026-06-18T16:24:10.422" v="2288" actId="1076"/>
          <ac:spMkLst>
            <pc:docMk/>
            <pc:sldMk cId="3700656635" sldId="285"/>
            <ac:spMk id="9" creationId="{8C00A227-F6EA-0EC2-9F1D-6256A56D177E}"/>
          </ac:spMkLst>
        </pc:spChg>
        <pc:spChg chg="add mod">
          <ac:chgData name="Steven White" userId="aa984103-a702-4fa6-abe2-8f7477a6bddf" providerId="ADAL" clId="{689ABEF0-56C0-5DA7-AED3-AFA321885446}" dt="2026-06-18T16:24:58.137" v="2307" actId="1076"/>
          <ac:spMkLst>
            <pc:docMk/>
            <pc:sldMk cId="3700656635" sldId="285"/>
            <ac:spMk id="12" creationId="{3590698A-04C5-1D48-02A2-D66EF0343F4C}"/>
          </ac:spMkLst>
        </pc:spChg>
        <pc:graphicFrameChg chg="add mod modGraphic">
          <ac:chgData name="Steven White" userId="aa984103-a702-4fa6-abe2-8f7477a6bddf" providerId="ADAL" clId="{689ABEF0-56C0-5DA7-AED3-AFA321885446}" dt="2026-06-18T16:24:08.283" v="2287" actId="1076"/>
          <ac:graphicFrameMkLst>
            <pc:docMk/>
            <pc:sldMk cId="3700656635" sldId="285"/>
            <ac:graphicFrameMk id="4" creationId="{1AA79C03-A217-0E2C-39FD-2A3768876961}"/>
          </ac:graphicFrameMkLst>
        </pc:graphicFrameChg>
        <pc:graphicFrameChg chg="add mod modGraphic">
          <ac:chgData name="Steven White" userId="aa984103-a702-4fa6-abe2-8f7477a6bddf" providerId="ADAL" clId="{689ABEF0-56C0-5DA7-AED3-AFA321885446}" dt="2026-06-18T16:04:29.048" v="877" actId="1076"/>
          <ac:graphicFrameMkLst>
            <pc:docMk/>
            <pc:sldMk cId="3700656635" sldId="285"/>
            <ac:graphicFrameMk id="5" creationId="{C1A0545B-BC30-A09B-32E6-E8DDA039705A}"/>
          </ac:graphicFrameMkLst>
        </pc:graphicFrameChg>
        <pc:cxnChg chg="add mod">
          <ac:chgData name="Steven White" userId="aa984103-a702-4fa6-abe2-8f7477a6bddf" providerId="ADAL" clId="{689ABEF0-56C0-5DA7-AED3-AFA321885446}" dt="2026-06-18T16:25:04.187" v="2317" actId="692"/>
          <ac:cxnSpMkLst>
            <pc:docMk/>
            <pc:sldMk cId="3700656635" sldId="285"/>
            <ac:cxnSpMk id="11" creationId="{94122279-C2B6-B52F-460B-3F5B95431400}"/>
          </ac:cxnSpMkLst>
        </pc:cxnChg>
      </pc:sldChg>
      <pc:sldChg chg="addSp modSp new mod">
        <pc:chgData name="Steven White" userId="aa984103-a702-4fa6-abe2-8f7477a6bddf" providerId="ADAL" clId="{689ABEF0-56C0-5DA7-AED3-AFA321885446}" dt="2026-06-18T16:05:14.504" v="989" actId="20577"/>
        <pc:sldMkLst>
          <pc:docMk/>
          <pc:sldMk cId="1087236524" sldId="286"/>
        </pc:sldMkLst>
        <pc:spChg chg="mod">
          <ac:chgData name="Steven White" userId="aa984103-a702-4fa6-abe2-8f7477a6bddf" providerId="ADAL" clId="{689ABEF0-56C0-5DA7-AED3-AFA321885446}" dt="2026-06-18T16:04:54.433" v="894" actId="113"/>
          <ac:spMkLst>
            <pc:docMk/>
            <pc:sldMk cId="1087236524" sldId="286"/>
            <ac:spMk id="2" creationId="{B843CB5C-AF99-B96A-2283-2786D782E011}"/>
          </ac:spMkLst>
        </pc:spChg>
        <pc:spChg chg="mod">
          <ac:chgData name="Steven White" userId="aa984103-a702-4fa6-abe2-8f7477a6bddf" providerId="ADAL" clId="{689ABEF0-56C0-5DA7-AED3-AFA321885446}" dt="2026-06-18T16:05:14.504" v="989" actId="20577"/>
          <ac:spMkLst>
            <pc:docMk/>
            <pc:sldMk cId="1087236524" sldId="286"/>
            <ac:spMk id="3" creationId="{A0C9C629-D32C-17C1-4CFD-2E8037EAAE96}"/>
          </ac:spMkLst>
        </pc:spChg>
        <pc:picChg chg="add mod">
          <ac:chgData name="Steven White" userId="aa984103-a702-4fa6-abe2-8f7477a6bddf" providerId="ADAL" clId="{689ABEF0-56C0-5DA7-AED3-AFA321885446}" dt="2026-06-18T16:05:10.814" v="986" actId="1076"/>
          <ac:picMkLst>
            <pc:docMk/>
            <pc:sldMk cId="1087236524" sldId="286"/>
            <ac:picMk id="4" creationId="{8D85DBD6-2549-0CD9-E4B9-B59046DA66B9}"/>
          </ac:picMkLst>
        </pc:picChg>
      </pc:sldChg>
      <pc:sldChg chg="addSp modSp new mod">
        <pc:chgData name="Steven White" userId="aa984103-a702-4fa6-abe2-8f7477a6bddf" providerId="ADAL" clId="{689ABEF0-56C0-5DA7-AED3-AFA321885446}" dt="2026-06-18T16:17:53.006" v="1711" actId="27636"/>
        <pc:sldMkLst>
          <pc:docMk/>
          <pc:sldMk cId="3905493108" sldId="287"/>
        </pc:sldMkLst>
        <pc:spChg chg="mod">
          <ac:chgData name="Steven White" userId="aa984103-a702-4fa6-abe2-8f7477a6bddf" providerId="ADAL" clId="{689ABEF0-56C0-5DA7-AED3-AFA321885446}" dt="2026-06-18T16:07:00.205" v="1064" actId="113"/>
          <ac:spMkLst>
            <pc:docMk/>
            <pc:sldMk cId="3905493108" sldId="287"/>
            <ac:spMk id="2" creationId="{29330514-B053-F103-052C-1B26180991F6}"/>
          </ac:spMkLst>
        </pc:spChg>
        <pc:spChg chg="mod">
          <ac:chgData name="Steven White" userId="aa984103-a702-4fa6-abe2-8f7477a6bddf" providerId="ADAL" clId="{689ABEF0-56C0-5DA7-AED3-AFA321885446}" dt="2026-06-18T16:17:53.006" v="1711" actId="27636"/>
          <ac:spMkLst>
            <pc:docMk/>
            <pc:sldMk cId="3905493108" sldId="287"/>
            <ac:spMk id="3" creationId="{8BA67F29-586A-A856-D7D4-D231757F04E5}"/>
          </ac:spMkLst>
        </pc:spChg>
        <pc:picChg chg="add mod">
          <ac:chgData name="Steven White" userId="aa984103-a702-4fa6-abe2-8f7477a6bddf" providerId="ADAL" clId="{689ABEF0-56C0-5DA7-AED3-AFA321885446}" dt="2026-06-18T16:07:15.546" v="1066" actId="1076"/>
          <ac:picMkLst>
            <pc:docMk/>
            <pc:sldMk cId="3905493108" sldId="287"/>
            <ac:picMk id="4" creationId="{90C98127-85AA-DFDB-D7DD-63EBE1FEE57F}"/>
          </ac:picMkLst>
        </pc:picChg>
      </pc:sldChg>
      <pc:sldChg chg="addSp delSp modSp new mod modAnim">
        <pc:chgData name="Steven White" userId="aa984103-a702-4fa6-abe2-8f7477a6bddf" providerId="ADAL" clId="{689ABEF0-56C0-5DA7-AED3-AFA321885446}" dt="2026-06-18T16:09:15.935" v="1277"/>
        <pc:sldMkLst>
          <pc:docMk/>
          <pc:sldMk cId="3010615067" sldId="288"/>
        </pc:sldMkLst>
        <pc:spChg chg="mod">
          <ac:chgData name="Steven White" userId="aa984103-a702-4fa6-abe2-8f7477a6bddf" providerId="ADAL" clId="{689ABEF0-56C0-5DA7-AED3-AFA321885446}" dt="2026-06-18T16:08:28.956" v="1268" actId="113"/>
          <ac:spMkLst>
            <pc:docMk/>
            <pc:sldMk cId="3010615067" sldId="288"/>
            <ac:spMk id="2" creationId="{9543A20F-300E-20DE-8399-E4F67965D60A}"/>
          </ac:spMkLst>
        </pc:spChg>
        <pc:picChg chg="add del mod">
          <ac:chgData name="Steven White" userId="aa984103-a702-4fa6-abe2-8f7477a6bddf" providerId="ADAL" clId="{689ABEF0-56C0-5DA7-AED3-AFA321885446}" dt="2026-06-18T16:08:51.116" v="1270" actId="478"/>
          <ac:picMkLst>
            <pc:docMk/>
            <pc:sldMk cId="3010615067" sldId="288"/>
            <ac:picMk id="4" creationId="{4C254612-C051-EA29-FC94-15D64E4EA15B}"/>
          </ac:picMkLst>
        </pc:picChg>
        <pc:picChg chg="add mod">
          <ac:chgData name="Steven White" userId="aa984103-a702-4fa6-abe2-8f7477a6bddf" providerId="ADAL" clId="{689ABEF0-56C0-5DA7-AED3-AFA321885446}" dt="2026-06-18T16:08:53.579" v="1272" actId="1076"/>
          <ac:picMkLst>
            <pc:docMk/>
            <pc:sldMk cId="3010615067" sldId="288"/>
            <ac:picMk id="5" creationId="{09A66648-9088-BB8E-975D-01FDEA2580A1}"/>
          </ac:picMkLst>
        </pc:picChg>
        <pc:picChg chg="add mod modCrop">
          <ac:chgData name="Steven White" userId="aa984103-a702-4fa6-abe2-8f7477a6bddf" providerId="ADAL" clId="{689ABEF0-56C0-5DA7-AED3-AFA321885446}" dt="2026-06-18T16:09:07.847" v="1276" actId="732"/>
          <ac:picMkLst>
            <pc:docMk/>
            <pc:sldMk cId="3010615067" sldId="288"/>
            <ac:picMk id="6" creationId="{484DDF12-B40C-7324-F0AE-D810C5619E68}"/>
          </ac:picMkLst>
        </pc:picChg>
      </pc:sldChg>
      <pc:sldChg chg="addSp modSp new mod">
        <pc:chgData name="Steven White" userId="aa984103-a702-4fa6-abe2-8f7477a6bddf" providerId="ADAL" clId="{689ABEF0-56C0-5DA7-AED3-AFA321885446}" dt="2026-06-18T16:10:13.611" v="1329" actId="692"/>
        <pc:sldMkLst>
          <pc:docMk/>
          <pc:sldMk cId="1014717942" sldId="289"/>
        </pc:sldMkLst>
        <pc:spChg chg="add mod">
          <ac:chgData name="Steven White" userId="aa984103-a702-4fa6-abe2-8f7477a6bddf" providerId="ADAL" clId="{689ABEF0-56C0-5DA7-AED3-AFA321885446}" dt="2026-06-18T16:10:13.611" v="1329" actId="692"/>
          <ac:spMkLst>
            <pc:docMk/>
            <pc:sldMk cId="1014717942" sldId="289"/>
            <ac:spMk id="5" creationId="{A8F75FA6-0E4C-B55C-97EA-E00964996F6E}"/>
          </ac:spMkLst>
        </pc:spChg>
        <pc:picChg chg="add mod">
          <ac:chgData name="Steven White" userId="aa984103-a702-4fa6-abe2-8f7477a6bddf" providerId="ADAL" clId="{689ABEF0-56C0-5DA7-AED3-AFA321885446}" dt="2026-06-18T16:09:35.211" v="1280" actId="1076"/>
          <ac:picMkLst>
            <pc:docMk/>
            <pc:sldMk cId="1014717942" sldId="289"/>
            <ac:picMk id="4" creationId="{8BB2C66A-FAB3-1DF7-E63C-242CB92776CB}"/>
          </ac:picMkLst>
        </pc:picChg>
      </pc:sldChg>
      <pc:sldChg chg="addSp delSp modSp new mod">
        <pc:chgData name="Steven White" userId="aa984103-a702-4fa6-abe2-8f7477a6bddf" providerId="ADAL" clId="{689ABEF0-56C0-5DA7-AED3-AFA321885446}" dt="2026-06-18T16:26:27.205" v="2364" actId="21"/>
        <pc:sldMkLst>
          <pc:docMk/>
          <pc:sldMk cId="94509734" sldId="290"/>
        </pc:sldMkLst>
        <pc:spChg chg="mod">
          <ac:chgData name="Steven White" userId="aa984103-a702-4fa6-abe2-8f7477a6bddf" providerId="ADAL" clId="{689ABEF0-56C0-5DA7-AED3-AFA321885446}" dt="2026-06-18T16:15:27.678" v="1568" actId="1076"/>
          <ac:spMkLst>
            <pc:docMk/>
            <pc:sldMk cId="94509734" sldId="290"/>
            <ac:spMk id="2" creationId="{44F5F6CD-0B88-29E2-4F98-017A5C4DDDD1}"/>
          </ac:spMkLst>
        </pc:spChg>
        <pc:spChg chg="mod">
          <ac:chgData name="Steven White" userId="aa984103-a702-4fa6-abe2-8f7477a6bddf" providerId="ADAL" clId="{689ABEF0-56C0-5DA7-AED3-AFA321885446}" dt="2026-06-18T16:16:17.924" v="1663" actId="20577"/>
          <ac:spMkLst>
            <pc:docMk/>
            <pc:sldMk cId="94509734" sldId="290"/>
            <ac:spMk id="3" creationId="{2F8386E5-91EB-B16F-A759-B0437B7C7893}"/>
          </ac:spMkLst>
        </pc:spChg>
        <pc:spChg chg="add del mod">
          <ac:chgData name="Steven White" userId="aa984103-a702-4fa6-abe2-8f7477a6bddf" providerId="ADAL" clId="{689ABEF0-56C0-5DA7-AED3-AFA321885446}" dt="2026-06-18T16:26:27.205" v="2364" actId="21"/>
          <ac:spMkLst>
            <pc:docMk/>
            <pc:sldMk cId="94509734" sldId="290"/>
            <ac:spMk id="5" creationId="{48ED3416-1784-9643-0662-1BF8CFD81CB1}"/>
          </ac:spMkLst>
        </pc:spChg>
        <pc:picChg chg="add del mod">
          <ac:chgData name="Steven White" userId="aa984103-a702-4fa6-abe2-8f7477a6bddf" providerId="ADAL" clId="{689ABEF0-56C0-5DA7-AED3-AFA321885446}" dt="2026-06-18T16:25:41.762" v="2320" actId="21"/>
          <ac:picMkLst>
            <pc:docMk/>
            <pc:sldMk cId="94509734" sldId="290"/>
            <ac:picMk id="4" creationId="{FCDF775F-3670-9DDF-0FFE-4BC8D531ABB8}"/>
          </ac:picMkLst>
        </pc:picChg>
      </pc:sldChg>
      <pc:sldChg chg="addSp delSp modSp new mod modShow">
        <pc:chgData name="Steven White" userId="aa984103-a702-4fa6-abe2-8f7477a6bddf" providerId="ADAL" clId="{689ABEF0-56C0-5DA7-AED3-AFA321885446}" dt="2026-06-18T16:28:55.422" v="2471" actId="729"/>
        <pc:sldMkLst>
          <pc:docMk/>
          <pc:sldMk cId="2389392944" sldId="291"/>
        </pc:sldMkLst>
        <pc:spChg chg="mod">
          <ac:chgData name="Steven White" userId="aa984103-a702-4fa6-abe2-8f7477a6bddf" providerId="ADAL" clId="{689ABEF0-56C0-5DA7-AED3-AFA321885446}" dt="2026-06-18T16:18:57.409" v="1733" actId="113"/>
          <ac:spMkLst>
            <pc:docMk/>
            <pc:sldMk cId="2389392944" sldId="291"/>
            <ac:spMk id="2" creationId="{BCFC42FF-BACD-EB88-3614-43E7A4E33CB1}"/>
          </ac:spMkLst>
        </pc:spChg>
        <pc:spChg chg="mod">
          <ac:chgData name="Steven White" userId="aa984103-a702-4fa6-abe2-8f7477a6bddf" providerId="ADAL" clId="{689ABEF0-56C0-5DA7-AED3-AFA321885446}" dt="2026-06-18T16:27:55.323" v="2469" actId="20577"/>
          <ac:spMkLst>
            <pc:docMk/>
            <pc:sldMk cId="2389392944" sldId="291"/>
            <ac:spMk id="3" creationId="{8EBB13A8-4793-6D42-EF4F-47F7793C3BB4}"/>
          </ac:spMkLst>
        </pc:spChg>
        <pc:picChg chg="add del mod">
          <ac:chgData name="Steven White" userId="aa984103-a702-4fa6-abe2-8f7477a6bddf" providerId="ADAL" clId="{689ABEF0-56C0-5DA7-AED3-AFA321885446}" dt="2026-06-18T16:27:57.928" v="2470" actId="478"/>
          <ac:picMkLst>
            <pc:docMk/>
            <pc:sldMk cId="2389392944" sldId="291"/>
            <ac:picMk id="4" creationId="{3374A62D-15AD-3852-8414-D9D577C6B567}"/>
          </ac:picMkLst>
        </pc:picChg>
      </pc:sldChg>
      <pc:sldChg chg="modSp new mod modAnim">
        <pc:chgData name="Steven White" userId="aa984103-a702-4fa6-abe2-8f7477a6bddf" providerId="ADAL" clId="{689ABEF0-56C0-5DA7-AED3-AFA321885446}" dt="2026-06-18T16:38:17.487" v="2681" actId="20577"/>
        <pc:sldMkLst>
          <pc:docMk/>
          <pc:sldMk cId="2498748191" sldId="292"/>
        </pc:sldMkLst>
        <pc:spChg chg="mod">
          <ac:chgData name="Steven White" userId="aa984103-a702-4fa6-abe2-8f7477a6bddf" providerId="ADAL" clId="{689ABEF0-56C0-5DA7-AED3-AFA321885446}" dt="2026-06-18T16:20:44.073" v="1932" actId="113"/>
          <ac:spMkLst>
            <pc:docMk/>
            <pc:sldMk cId="2498748191" sldId="292"/>
            <ac:spMk id="2" creationId="{E66AE736-7F16-AE92-D303-80F4A68B3002}"/>
          </ac:spMkLst>
        </pc:spChg>
        <pc:spChg chg="mod">
          <ac:chgData name="Steven White" userId="aa984103-a702-4fa6-abe2-8f7477a6bddf" providerId="ADAL" clId="{689ABEF0-56C0-5DA7-AED3-AFA321885446}" dt="2026-06-18T16:38:17.487" v="2681" actId="20577"/>
          <ac:spMkLst>
            <pc:docMk/>
            <pc:sldMk cId="2498748191" sldId="292"/>
            <ac:spMk id="3" creationId="{9D360F44-7DEA-F772-0ADB-54EDF7446BFA}"/>
          </ac:spMkLst>
        </pc:spChg>
      </pc:sldChg>
      <pc:sldChg chg="addSp modSp new mod">
        <pc:chgData name="Steven White" userId="aa984103-a702-4fa6-abe2-8f7477a6bddf" providerId="ADAL" clId="{689ABEF0-56C0-5DA7-AED3-AFA321885446}" dt="2026-06-18T16:26:28.026" v="2365"/>
        <pc:sldMkLst>
          <pc:docMk/>
          <pc:sldMk cId="239170643" sldId="293"/>
        </pc:sldMkLst>
        <pc:spChg chg="mod">
          <ac:chgData name="Steven White" userId="aa984103-a702-4fa6-abe2-8f7477a6bddf" providerId="ADAL" clId="{689ABEF0-56C0-5DA7-AED3-AFA321885446}" dt="2026-06-18T16:25:59.710" v="2357" actId="114"/>
          <ac:spMkLst>
            <pc:docMk/>
            <pc:sldMk cId="239170643" sldId="293"/>
            <ac:spMk id="2" creationId="{C38C14D1-0B8A-D692-D874-22AC6159F171}"/>
          </ac:spMkLst>
        </pc:spChg>
        <pc:spChg chg="add mod">
          <ac:chgData name="Steven White" userId="aa984103-a702-4fa6-abe2-8f7477a6bddf" providerId="ADAL" clId="{689ABEF0-56C0-5DA7-AED3-AFA321885446}" dt="2026-06-18T16:26:28.026" v="2365"/>
          <ac:spMkLst>
            <pc:docMk/>
            <pc:sldMk cId="239170643" sldId="293"/>
            <ac:spMk id="5" creationId="{ACDD482F-B0D0-92C4-568E-FFE583B26381}"/>
          </ac:spMkLst>
        </pc:spChg>
        <pc:picChg chg="add mod">
          <ac:chgData name="Steven White" userId="aa984103-a702-4fa6-abe2-8f7477a6bddf" providerId="ADAL" clId="{689ABEF0-56C0-5DA7-AED3-AFA321885446}" dt="2026-06-18T16:26:15.437" v="2361" actId="14100"/>
          <ac:picMkLst>
            <pc:docMk/>
            <pc:sldMk cId="239170643" sldId="293"/>
            <ac:picMk id="4" creationId="{84ECEBF1-7D63-0C3E-F0C3-CE26F5F8E10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9A2C51-5F95-E74C-84E5-3EE9B8CC253D}" type="datetimeFigureOut">
              <a:rPr lang="en-US" smtClean="0"/>
              <a:t>6/18/26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712988-B8FA-F14A-BE77-BC9E4D5C0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460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4AEC7-714F-244A-8A39-FB2167A21CD3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5C32D-5714-F34C-9BFF-9425F2DC9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564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4AEC7-714F-244A-8A39-FB2167A21CD3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5C32D-5714-F34C-9BFF-9425F2DC9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384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4AEC7-714F-244A-8A39-FB2167A21CD3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5C32D-5714-F34C-9BFF-9425F2DC9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152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4AEC7-714F-244A-8A39-FB2167A21CD3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5C32D-5714-F34C-9BFF-9425F2DC9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399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4AEC7-714F-244A-8A39-FB2167A21CD3}" type="datetimeFigureOut">
              <a:rPr lang="en-US" smtClean="0"/>
              <a:t>6/18/26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5C32D-5714-F34C-9BFF-9425F2DC9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810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4AEC7-714F-244A-8A39-FB2167A21CD3}" type="datetimeFigureOut">
              <a:rPr lang="en-US" smtClean="0"/>
              <a:t>6/18/26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5C32D-5714-F34C-9BFF-9425F2DC9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969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4AEC7-714F-244A-8A39-FB2167A21CD3}" type="datetimeFigureOut">
              <a:rPr lang="en-US" smtClean="0"/>
              <a:t>6/18/26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5C32D-5714-F34C-9BFF-9425F2DC9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692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4AEC7-714F-244A-8A39-FB2167A21CD3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5C32D-5714-F34C-9BFF-9425F2DC9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334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4AEC7-714F-244A-8A39-FB2167A21CD3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5C32D-5714-F34C-9BFF-9425F2DC9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520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4AEC7-714F-244A-8A39-FB2167A21CD3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5C32D-5714-F34C-9BFF-9425F2DC9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149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4AEC7-714F-244A-8A39-FB2167A21CD3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5C32D-5714-F34C-9BFF-9425F2DC9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001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F4AEC7-714F-244A-8A39-FB2167A21CD3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15C32D-5714-F34C-9BFF-9425F2DC9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244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04513-04C8-F11B-2514-CA47D83B2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8CAF7-DBD7-09DF-CF27-68F231F54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Not what I was expecting either ….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1F98AA-38C3-EB48-F200-27F577DD53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0" y="365126"/>
            <a:ext cx="3022600" cy="16390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C12596-FFA9-E1D7-A7D9-9E32558DB8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" y="2139077"/>
            <a:ext cx="8655051" cy="1639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421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2FDA7-3E0E-103E-E457-0C1030EBC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721100"/>
            <a:ext cx="7886700" cy="56038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613A3-C095-5E78-53F6-C61118E3F4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4432299"/>
            <a:ext cx="7886700" cy="1744663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How does TMS work?</a:t>
            </a:r>
          </a:p>
          <a:p>
            <a:pPr marL="514350" indent="-514350">
              <a:buAutoNum type="arabicPeriod"/>
            </a:pPr>
            <a:r>
              <a:rPr lang="en-US" dirty="0"/>
              <a:t>Why TMS for adolescents?</a:t>
            </a:r>
          </a:p>
          <a:p>
            <a:pPr marL="514350" indent="-514350">
              <a:buAutoNum type="arabicPeriod"/>
            </a:pPr>
            <a:r>
              <a:rPr lang="en-US" dirty="0"/>
              <a:t>Does TMS work in this population?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2050576-48EF-3210-EF02-2E35E24697D6}"/>
              </a:ext>
            </a:extLst>
          </p:cNvPr>
          <p:cNvSpPr txBox="1">
            <a:spLocks/>
          </p:cNvSpPr>
          <p:nvPr/>
        </p:nvSpPr>
        <p:spPr>
          <a:xfrm>
            <a:off x="628650" y="1028701"/>
            <a:ext cx="7886700" cy="5603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/>
              <a:t>TMS for MDD in adolescents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196465F-0B52-2C65-E083-7048FA50A09A}"/>
              </a:ext>
            </a:extLst>
          </p:cNvPr>
          <p:cNvSpPr txBox="1">
            <a:spLocks/>
          </p:cNvSpPr>
          <p:nvPr/>
        </p:nvSpPr>
        <p:spPr>
          <a:xfrm>
            <a:off x="527050" y="1739900"/>
            <a:ext cx="7886700" cy="1744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Steve White</a:t>
            </a:r>
          </a:p>
          <a:p>
            <a:pPr marL="0" indent="0" algn="ctr">
              <a:buNone/>
            </a:pPr>
            <a:r>
              <a:rPr lang="en-US" dirty="0"/>
              <a:t>6/18/26</a:t>
            </a:r>
          </a:p>
        </p:txBody>
      </p:sp>
    </p:spTree>
    <p:extLst>
      <p:ext uri="{BB962C8B-B14F-4D97-AF65-F5344CB8AC3E}">
        <p14:creationId xmlns:p14="http://schemas.microsoft.com/office/powerpoint/2010/main" val="3489736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B9CE6-7C12-60E5-2D89-3C4B74AB9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 How does TMS 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C8E07-59A9-D87E-5E9F-01186296E9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9CEE74-B118-8041-547A-70758E80F4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050" y="2109127"/>
            <a:ext cx="4127500" cy="35477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142EE6-782A-B573-28B9-5A8AC40404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50" y="2740024"/>
            <a:ext cx="29972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925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5BD88-22F4-183C-3A55-6A0AADDF6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81913-C7EF-E7EA-F448-D6C778FBF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 How does TMS work?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E92BD1-184F-9678-F23D-ECE3D7B1D53E}"/>
              </a:ext>
            </a:extLst>
          </p:cNvPr>
          <p:cNvSpPr txBox="1"/>
          <p:nvPr/>
        </p:nvSpPr>
        <p:spPr>
          <a:xfrm>
            <a:off x="2286000" y="2444234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7200" b="0" i="0" u="none" strike="noStrike" dirty="0">
                <a:solidFill>
                  <a:srgbClr val="0C0D0E"/>
                </a:solidFill>
                <a:effectLst/>
                <a:latin typeface="ui-monospace"/>
              </a:rPr>
              <a:t>¯\_(</a:t>
            </a:r>
            <a:r>
              <a:rPr lang="ja-JP" altLang="en-US" sz="7200" b="0" i="0" u="none" strike="noStrike">
                <a:solidFill>
                  <a:srgbClr val="0C0D0E"/>
                </a:solidFill>
                <a:effectLst/>
                <a:latin typeface="ui-monospace"/>
              </a:rPr>
              <a:t>ツ</a:t>
            </a:r>
            <a:r>
              <a:rPr lang="en-US" altLang="ja-JP" sz="7200" b="0" i="0" u="none" strike="noStrike" dirty="0">
                <a:solidFill>
                  <a:srgbClr val="0C0D0E"/>
                </a:solidFill>
                <a:effectLst/>
                <a:latin typeface="ui-monospace"/>
              </a:rPr>
              <a:t>)_/¯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274076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44BEF-74AF-AE3E-B1F6-AD23DB0ED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 Why TMS for adolescents?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25308-399B-FA32-49B3-71725EED6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Antidepressants cause SIB in young people</a:t>
            </a:r>
          </a:p>
          <a:p>
            <a:r>
              <a:rPr lang="en-US" dirty="0"/>
              <a:t>Adolescents frequently present in crisis</a:t>
            </a:r>
          </a:p>
          <a:p>
            <a:pPr lvl="1"/>
            <a:r>
              <a:rPr lang="en-US" dirty="0"/>
              <a:t>want treatment that works </a:t>
            </a:r>
            <a:r>
              <a:rPr lang="en-US" b="1" dirty="0"/>
              <a:t>fast</a:t>
            </a:r>
            <a:endParaRPr lang="en-US" dirty="0"/>
          </a:p>
          <a:p>
            <a:r>
              <a:rPr lang="en-US" dirty="0"/>
              <a:t>Young people have more neural plasticity</a:t>
            </a:r>
          </a:p>
        </p:txBody>
      </p:sp>
    </p:spTree>
    <p:extLst>
      <p:ext uri="{BB962C8B-B14F-4D97-AF65-F5344CB8AC3E}">
        <p14:creationId xmlns:p14="http://schemas.microsoft.com/office/powerpoint/2010/main" val="2172210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20847-90E8-0634-D47D-BB040C9E4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FDA cleared TMS in 2024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92538-50E5-AC07-782D-69FB977A94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5EC386-70B8-2289-1A26-78F0FBDCC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614040"/>
            <a:ext cx="6438900" cy="4562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735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DC5C2-A7F8-9EF5-BA0E-A294EAAC7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3. Does TMS work in this population?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24563-5AD1-B8A7-970F-0D095860CD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3429000"/>
            <a:ext cx="7886700" cy="4351338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Main study cited in FDA approval</a:t>
            </a:r>
          </a:p>
          <a:p>
            <a:r>
              <a:rPr lang="en-US" dirty="0"/>
              <a:t>Large Observational study</a:t>
            </a:r>
          </a:p>
          <a:p>
            <a:pPr lvl="1"/>
            <a:r>
              <a:rPr lang="en-US" dirty="0"/>
              <a:t>n = 682 for adolescent group (ages 12-19)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549945-ED7D-5099-357C-C9B58CA01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968501"/>
            <a:ext cx="7772400" cy="2316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69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2E59D-DF6B-4D66-ED75-CCF444DD2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D9126-DF47-A622-3948-43DCCB0842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i="1" dirty="0"/>
              <a:t>Scores are PHQ-9</a:t>
            </a:r>
          </a:p>
          <a:p>
            <a:pPr marL="0" indent="0">
              <a:buNone/>
            </a:pPr>
            <a:r>
              <a:rPr lang="en-US" sz="2000" i="1" dirty="0"/>
              <a:t>27.5% in remission (PHQ &lt; 5)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AA79C03-A217-0E2C-39FD-2A37688769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7879569"/>
              </p:ext>
            </p:extLst>
          </p:nvPr>
        </p:nvGraphicFramePr>
        <p:xfrm>
          <a:off x="1144373" y="1690688"/>
          <a:ext cx="3834027" cy="2132010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1741558">
                  <a:extLst>
                    <a:ext uri="{9D8B030D-6E8A-4147-A177-3AD203B41FA5}">
                      <a16:colId xmlns:a16="http://schemas.microsoft.com/office/drawing/2014/main" val="2596139269"/>
                    </a:ext>
                  </a:extLst>
                </a:gridCol>
                <a:gridCol w="2092469">
                  <a:extLst>
                    <a:ext uri="{9D8B030D-6E8A-4147-A177-3AD203B41FA5}">
                      <a16:colId xmlns:a16="http://schemas.microsoft.com/office/drawing/2014/main" val="1025127411"/>
                    </a:ext>
                  </a:extLst>
                </a:gridCol>
              </a:tblGrid>
              <a:tr h="710670"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TMS group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9505528"/>
                  </a:ext>
                </a:extLst>
              </a:tr>
              <a:tr h="71067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Pre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18.95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8472759"/>
                  </a:ext>
                </a:extLst>
              </a:tr>
              <a:tr h="71067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756975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1A0545B-BC30-A09B-32E6-E8DDA03970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9632234"/>
              </p:ext>
            </p:extLst>
          </p:nvPr>
        </p:nvGraphicFramePr>
        <p:xfrm>
          <a:off x="4978400" y="1744893"/>
          <a:ext cx="2616200" cy="2023600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2616200">
                  <a:extLst>
                    <a:ext uri="{9D8B030D-6E8A-4147-A177-3AD203B41FA5}">
                      <a16:colId xmlns:a16="http://schemas.microsoft.com/office/drawing/2014/main" val="1402304436"/>
                    </a:ext>
                  </a:extLst>
                </a:gridCol>
              </a:tblGrid>
              <a:tr h="708026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Control group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3104721"/>
                  </a:ext>
                </a:extLst>
              </a:tr>
              <a:tr h="657787"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3832011"/>
                  </a:ext>
                </a:extLst>
              </a:tr>
              <a:tr h="657787"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389226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BB8680B-1751-1A0D-E615-CB6FFBCE0827}"/>
              </a:ext>
            </a:extLst>
          </p:cNvPr>
          <p:cNvSpPr txBox="1"/>
          <p:nvPr/>
        </p:nvSpPr>
        <p:spPr>
          <a:xfrm>
            <a:off x="1320800" y="4661117"/>
            <a:ext cx="65024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-apple-system"/>
              </a:rPr>
              <a:t>“</a:t>
            </a:r>
            <a:r>
              <a:rPr lang="en-US" sz="2800" b="1" dirty="0">
                <a:effectLst/>
                <a:latin typeface="-apple-system"/>
              </a:rPr>
              <a:t>[Time] heals, and the Doctor takes the Fees.” – adapted from Ben Franklin</a:t>
            </a:r>
            <a:br>
              <a:rPr lang="en-US" sz="2800" dirty="0">
                <a:effectLst/>
                <a:latin typeface="-apple-system"/>
              </a:rPr>
            </a:br>
            <a:endParaRPr lang="en-US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00A227-F6EA-0EC2-9F1D-6256A56D177E}"/>
              </a:ext>
            </a:extLst>
          </p:cNvPr>
          <p:cNvSpPr txBox="1"/>
          <p:nvPr/>
        </p:nvSpPr>
        <p:spPr>
          <a:xfrm>
            <a:off x="1714500" y="3105834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/>
              <a:t>9.84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4122279-C2B6-B52F-460B-3F5B95431400}"/>
              </a:ext>
            </a:extLst>
          </p:cNvPr>
          <p:cNvCxnSpPr>
            <a:cxnSpLocks/>
          </p:cNvCxnSpPr>
          <p:nvPr/>
        </p:nvCxnSpPr>
        <p:spPr>
          <a:xfrm flipH="1">
            <a:off x="5684623" y="2402935"/>
            <a:ext cx="1357527" cy="1384995"/>
          </a:xfrm>
          <a:prstGeom prst="line">
            <a:avLst/>
          </a:prstGeom>
          <a:ln w="444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3590698A-04C5-1D48-02A2-D66EF0343F4C}"/>
              </a:ext>
            </a:extLst>
          </p:cNvPr>
          <p:cNvSpPr/>
          <p:nvPr/>
        </p:nvSpPr>
        <p:spPr>
          <a:xfrm>
            <a:off x="5398873" y="2225871"/>
            <a:ext cx="1943100" cy="1736493"/>
          </a:xfrm>
          <a:prstGeom prst="ellipse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0656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3CB5C-AF99-B96A-2283-2786D782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Dose-response?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9C629-D32C-17C1-4CFD-2E8037EAAE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318135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They put a lot of stock in the dose-response relationship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85DBD6-2549-0CD9-E4B9-B59046DA6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9672" y="1282700"/>
            <a:ext cx="3879427" cy="501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2365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30514-B053-F103-052C-1B2618099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RCT evidence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A67F29-586A-A856-D7D4-D231757F04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monotherapy </a:t>
                </a:r>
              </a:p>
              <a:p>
                <a:pPr marL="0" indent="0">
                  <a:buNone/>
                </a:pPr>
                <a:r>
                  <a:rPr lang="en-US" dirty="0"/>
                  <a:t>adolescents (mean age ~17.5)</a:t>
                </a:r>
              </a:p>
              <a:p>
                <a:pPr marL="0" indent="0">
                  <a:buNone/>
                </a:pPr>
                <a:r>
                  <a:rPr lang="en-US" dirty="0"/>
                  <a:t>treatment-resistant depression (most w/ multiple failed antidepressant trials)</a:t>
                </a:r>
              </a:p>
              <a:p>
                <a:pPr marL="0" indent="0">
                  <a:buNone/>
                </a:pPr>
                <a:r>
                  <a:rPr lang="en-US" dirty="0"/>
                  <a:t>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dirty="0"/>
                  <a:t> 50 in each group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A67F29-586A-A856-D7D4-D231757F04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08" r="-1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90C98127-85AA-DFDB-D7DD-63EBE1FEE5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522563"/>
            <a:ext cx="7772400" cy="1906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4931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3A20F-300E-20DE-8399-E4F67965D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550" y="306679"/>
            <a:ext cx="7886700" cy="1325563"/>
          </a:xfrm>
        </p:spPr>
        <p:txBody>
          <a:bodyPr/>
          <a:lstStyle/>
          <a:p>
            <a:r>
              <a:rPr lang="en-US" b="1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0383D-AFA9-F121-5F80-4517CC94E8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A66648-9088-BB8E-975D-01FDEA258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850" y="1333880"/>
            <a:ext cx="7772400" cy="49522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4DDF12-B40C-7324-F0AE-D810C5619E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3873"/>
          <a:stretch>
            <a:fillRect/>
          </a:stretch>
        </p:blipFill>
        <p:spPr>
          <a:xfrm>
            <a:off x="628650" y="1333880"/>
            <a:ext cx="4362450" cy="495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615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9AB4F-B988-C49B-98AF-57A32E00C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286D6-A05C-33D5-D4DA-1254B2C03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B2C66A-FAB3-1DF7-E63C-242CB9277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250" y="825500"/>
            <a:ext cx="5956300" cy="5207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8F75FA6-0E4C-B55C-97EA-E00964996F6E}"/>
              </a:ext>
            </a:extLst>
          </p:cNvPr>
          <p:cNvSpPr/>
          <p:nvPr/>
        </p:nvSpPr>
        <p:spPr>
          <a:xfrm>
            <a:off x="5194300" y="5308600"/>
            <a:ext cx="1689100" cy="495300"/>
          </a:xfrm>
          <a:prstGeom prst="rect">
            <a:avLst/>
          </a:prstGeom>
          <a:noFill/>
          <a:ln w="952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7179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C14D1-0B8A-D692-D874-22AC6159F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Reminder:</a:t>
            </a:r>
            <a:r>
              <a:rPr lang="en-US" b="1" dirty="0"/>
              <a:t> SSRI effect sizes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2BE19-87DE-DB25-4661-F33FA708C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ECEBF1-7D63-0C3E-F0C3-CE26F5F8E1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4" y="1690689"/>
            <a:ext cx="7019925" cy="39953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DD482F-B0D0-92C4-568E-FFE583B26381}"/>
              </a:ext>
            </a:extLst>
          </p:cNvPr>
          <p:cNvSpPr txBox="1"/>
          <p:nvPr/>
        </p:nvSpPr>
        <p:spPr>
          <a:xfrm>
            <a:off x="350500" y="6314042"/>
            <a:ext cx="3475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Forest plot from Cochrane review</a:t>
            </a:r>
          </a:p>
        </p:txBody>
      </p:sp>
    </p:spTree>
    <p:extLst>
      <p:ext uri="{BB962C8B-B14F-4D97-AF65-F5344CB8AC3E}">
        <p14:creationId xmlns:p14="http://schemas.microsoft.com/office/powerpoint/2010/main" val="2391706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5F6CD-0B88-29E2-4F98-017A5C4DD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174626"/>
            <a:ext cx="7886700" cy="1325563"/>
          </a:xfrm>
        </p:spPr>
        <p:txBody>
          <a:bodyPr/>
          <a:lstStyle/>
          <a:p>
            <a:r>
              <a:rPr lang="en-US" b="1" dirty="0"/>
              <a:t>Power?!?!?!?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8386E5-91EB-B16F-A759-B0437B7C78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6700" y="1253331"/>
                <a:ext cx="78867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i="1" dirty="0"/>
                  <a:t>Rule of thumb: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≈16/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SSRIs reduce CDRS by ~2 points, 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0.2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suggests reasonable sample is n = 400 per arm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8386E5-91EB-B16F-A759-B0437B7C78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6700" y="1253331"/>
                <a:ext cx="7886700" cy="4351338"/>
              </a:xfrm>
              <a:blipFill>
                <a:blip r:embed="rId2"/>
                <a:stretch>
                  <a:fillRect l="-1608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509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C42FF-BACD-EB88-3614-43E7A4E33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4. Obligatory speculation about the future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B13A8-4793-6D42-EF4F-47F7793C3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1690689"/>
            <a:ext cx="78867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Lots of variation in technique – frequency, targeting w/ fMRI, SAINT protocol in adults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Lots of trials in China in the past couple years</a:t>
            </a:r>
          </a:p>
        </p:txBody>
      </p:sp>
    </p:spTree>
    <p:extLst>
      <p:ext uri="{BB962C8B-B14F-4D97-AF65-F5344CB8AC3E}">
        <p14:creationId xmlns:p14="http://schemas.microsoft.com/office/powerpoint/2010/main" val="23893929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AE736-7F16-AE92-D303-80F4A68B3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60F44-7DEA-F772-0ADB-54EDF7446B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71628"/>
            <a:ext cx="7886700" cy="4351338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TMS as currently implemented probably doesn’t have specific benefits for DSM IV/5 “major depressive disorder” on average in adolescents</a:t>
            </a:r>
          </a:p>
          <a:p>
            <a:pPr marL="514350" indent="-514350">
              <a:buAutoNum type="arabicPeriod"/>
            </a:pPr>
            <a:r>
              <a:rPr lang="en-US" dirty="0"/>
              <a:t>Maybe it does in specific subpopulations or maybe it will with protocol changes</a:t>
            </a:r>
          </a:p>
          <a:p>
            <a:pPr marL="514350" indent="-514350">
              <a:buAutoNum type="arabicPeriod"/>
            </a:pPr>
            <a:r>
              <a:rPr lang="en-US" dirty="0"/>
              <a:t>The government will still spend your tax $s </a:t>
            </a:r>
            <a:r>
              <a:rPr lang="en-US"/>
              <a:t>on 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748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2350</TotalTime>
  <Words>314</Words>
  <Application>Microsoft Macintosh PowerPoint</Application>
  <PresentationFormat>On-screen Show (4:3)</PresentationFormat>
  <Paragraphs>69</Paragraphs>
  <Slides>16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-apple-system</vt:lpstr>
      <vt:lpstr>Aptos</vt:lpstr>
      <vt:lpstr>Aptos Display</vt:lpstr>
      <vt:lpstr>Arial</vt:lpstr>
      <vt:lpstr>Cambria Math</vt:lpstr>
      <vt:lpstr>ui-monospace</vt:lpstr>
      <vt:lpstr>Office Theme</vt:lpstr>
      <vt:lpstr>PowerPoint Presentation</vt:lpstr>
      <vt:lpstr>Plan</vt:lpstr>
      <vt:lpstr>1. How does TMS work?</vt:lpstr>
      <vt:lpstr>1. How does TMS work?</vt:lpstr>
      <vt:lpstr>2. Why TMS for adolescents?</vt:lpstr>
      <vt:lpstr>FDA cleared TMS in 2024</vt:lpstr>
      <vt:lpstr>3. Does TMS work in this population?</vt:lpstr>
      <vt:lpstr>Results</vt:lpstr>
      <vt:lpstr>Dose-response?</vt:lpstr>
      <vt:lpstr>RCT evidence</vt:lpstr>
      <vt:lpstr>Results</vt:lpstr>
      <vt:lpstr>PowerPoint Presentation</vt:lpstr>
      <vt:lpstr>Reminder: SSRI effect sizes</vt:lpstr>
      <vt:lpstr>Power?!?!?!?</vt:lpstr>
      <vt:lpstr>4. Obligatory speculation about the future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Steven White</dc:creator>
  <cp:lastModifiedBy>Steven White</cp:lastModifiedBy>
  <cp:revision>1</cp:revision>
  <dcterms:created xsi:type="dcterms:W3CDTF">2025-04-06T21:48:22Z</dcterms:created>
  <dcterms:modified xsi:type="dcterms:W3CDTF">2026-06-18T16:38:20Z</dcterms:modified>
</cp:coreProperties>
</file>