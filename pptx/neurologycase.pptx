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78" r:id="rId2"/>
    <p:sldId id="281" r:id="rId3"/>
    <p:sldId id="282" r:id="rId4"/>
    <p:sldId id="293" r:id="rId5"/>
    <p:sldId id="296" r:id="rId6"/>
    <p:sldId id="294" r:id="rId7"/>
    <p:sldId id="297" r:id="rId8"/>
    <p:sldId id="298" r:id="rId9"/>
    <p:sldId id="299" r:id="rId10"/>
    <p:sldId id="300" r:id="rId11"/>
    <p:sldId id="303" r:id="rId12"/>
    <p:sldId id="319" r:id="rId13"/>
    <p:sldId id="295" r:id="rId14"/>
    <p:sldId id="304" r:id="rId15"/>
    <p:sldId id="310" r:id="rId16"/>
    <p:sldId id="322" r:id="rId17"/>
    <p:sldId id="320" r:id="rId18"/>
    <p:sldId id="321" r:id="rId19"/>
    <p:sldId id="311" r:id="rId20"/>
    <p:sldId id="313" r:id="rId21"/>
    <p:sldId id="314" r:id="rId22"/>
    <p:sldId id="317" r:id="rId23"/>
    <p:sldId id="29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F28947-C2AE-7F40-BF30-4DC6FB43ADAB}" v="363" dt="2026-09-11T20:23:59.3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932"/>
    <p:restoredTop sz="82960"/>
  </p:normalViewPr>
  <p:slideViewPr>
    <p:cSldViewPr snapToGrid="0">
      <p:cViewPr varScale="1">
        <p:scale>
          <a:sx n="87" d="100"/>
          <a:sy n="87" d="100"/>
        </p:scale>
        <p:origin x="19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White" userId="aa984103-a702-4fa6-abe2-8f7477a6bddf" providerId="ADAL" clId="{689ABEF0-56C0-5DA7-AED3-AFA321885446}"/>
    <pc:docChg chg="undo custSel addSld delSld modSld sldOrd modMainMaster">
      <pc:chgData name="Steven White" userId="aa984103-a702-4fa6-abe2-8f7477a6bddf" providerId="ADAL" clId="{689ABEF0-56C0-5DA7-AED3-AFA321885446}" dt="2026-09-11T20:23:59.373" v="10328"/>
      <pc:docMkLst>
        <pc:docMk/>
      </pc:docMkLst>
      <pc:sldChg chg="addSp delSp modSp new mod modAnim">
        <pc:chgData name="Steven White" userId="aa984103-a702-4fa6-abe2-8f7477a6bddf" providerId="ADAL" clId="{689ABEF0-56C0-5DA7-AED3-AFA321885446}" dt="2026-09-11T16:57:18.492" v="3282"/>
        <pc:sldMkLst>
          <pc:docMk/>
          <pc:sldMk cId="2835421582" sldId="278"/>
        </pc:sldMkLst>
        <pc:spChg chg="del mod">
          <ac:chgData name="Steven White" userId="aa984103-a702-4fa6-abe2-8f7477a6bddf" providerId="ADAL" clId="{689ABEF0-56C0-5DA7-AED3-AFA321885446}" dt="2026-09-11T16:51:34.113" v="3145" actId="478"/>
          <ac:spMkLst>
            <pc:docMk/>
            <pc:sldMk cId="2835421582" sldId="278"/>
            <ac:spMk id="2" creationId="{53C04513-04C8-F11B-2514-CA47D83B20C4}"/>
          </ac:spMkLst>
        </pc:spChg>
        <pc:spChg chg="del mod">
          <ac:chgData name="Steven White" userId="aa984103-a702-4fa6-abe2-8f7477a6bddf" providerId="ADAL" clId="{689ABEF0-56C0-5DA7-AED3-AFA321885446}" dt="2026-09-11T16:51:35.973" v="3146" actId="478"/>
          <ac:spMkLst>
            <pc:docMk/>
            <pc:sldMk cId="2835421582" sldId="278"/>
            <ac:spMk id="3" creationId="{98B8CAF7-DBD7-09DF-CF27-68F231F544EC}"/>
          </ac:spMkLst>
        </pc:spChg>
        <pc:spChg chg="add del mod">
          <ac:chgData name="Steven White" userId="aa984103-a702-4fa6-abe2-8f7477a6bddf" providerId="ADAL" clId="{689ABEF0-56C0-5DA7-AED3-AFA321885446}" dt="2026-09-11T16:51:37.001" v="3147" actId="478"/>
          <ac:spMkLst>
            <pc:docMk/>
            <pc:sldMk cId="2835421582" sldId="278"/>
            <ac:spMk id="7" creationId="{B1DC3ECA-7A47-4180-D6A1-F2CFBEC4B515}"/>
          </ac:spMkLst>
        </pc:spChg>
        <pc:spChg chg="add mod">
          <ac:chgData name="Steven White" userId="aa984103-a702-4fa6-abe2-8f7477a6bddf" providerId="ADAL" clId="{689ABEF0-56C0-5DA7-AED3-AFA321885446}" dt="2026-09-11T16:55:39.603" v="3189" actId="1076"/>
          <ac:spMkLst>
            <pc:docMk/>
            <pc:sldMk cId="2835421582" sldId="278"/>
            <ac:spMk id="9" creationId="{2855025B-A494-39A6-4DE7-67B4BBB77157}"/>
          </ac:spMkLst>
        </pc:spChg>
        <pc:spChg chg="add mod">
          <ac:chgData name="Steven White" userId="aa984103-a702-4fa6-abe2-8f7477a6bddf" providerId="ADAL" clId="{689ABEF0-56C0-5DA7-AED3-AFA321885446}" dt="2026-09-11T16:55:51.163" v="3194" actId="20577"/>
          <ac:spMkLst>
            <pc:docMk/>
            <pc:sldMk cId="2835421582" sldId="278"/>
            <ac:spMk id="16" creationId="{2E89BB64-24FF-2B05-FC1C-020B27CD140F}"/>
          </ac:spMkLst>
        </pc:spChg>
        <pc:spChg chg="add mod">
          <ac:chgData name="Steven White" userId="aa984103-a702-4fa6-abe2-8f7477a6bddf" providerId="ADAL" clId="{689ABEF0-56C0-5DA7-AED3-AFA321885446}" dt="2026-09-11T16:56:56.820" v="3277" actId="1076"/>
          <ac:spMkLst>
            <pc:docMk/>
            <pc:sldMk cId="2835421582" sldId="278"/>
            <ac:spMk id="20" creationId="{CE42ADE6-E62D-2401-3A85-6375CF6335F5}"/>
          </ac:spMkLst>
        </pc:spChg>
        <pc:picChg chg="add del mod">
          <ac:chgData name="Steven White" userId="aa984103-a702-4fa6-abe2-8f7477a6bddf" providerId="ADAL" clId="{689ABEF0-56C0-5DA7-AED3-AFA321885446}" dt="2026-09-11T16:47:25.389" v="2683" actId="478"/>
          <ac:picMkLst>
            <pc:docMk/>
            <pc:sldMk cId="2835421582" sldId="278"/>
            <ac:picMk id="4" creationId="{C21F98AA-38C3-EB48-F200-27F577DD53DB}"/>
          </ac:picMkLst>
        </pc:picChg>
        <pc:picChg chg="add del mod">
          <ac:chgData name="Steven White" userId="aa984103-a702-4fa6-abe2-8f7477a6bddf" providerId="ADAL" clId="{689ABEF0-56C0-5DA7-AED3-AFA321885446}" dt="2026-09-11T16:47:24.283" v="2682" actId="478"/>
          <ac:picMkLst>
            <pc:docMk/>
            <pc:sldMk cId="2835421582" sldId="278"/>
            <ac:picMk id="5" creationId="{44C12596-FFA9-E1D7-A7D9-9E32558DB8A6}"/>
          </ac:picMkLst>
        </pc:picChg>
        <pc:picChg chg="add mod modCrop">
          <ac:chgData name="Steven White" userId="aa984103-a702-4fa6-abe2-8f7477a6bddf" providerId="ADAL" clId="{689ABEF0-56C0-5DA7-AED3-AFA321885446}" dt="2026-09-11T16:55:34.675" v="3188" actId="1076"/>
          <ac:picMkLst>
            <pc:docMk/>
            <pc:sldMk cId="2835421582" sldId="278"/>
            <ac:picMk id="8" creationId="{A06077C4-749D-FF0C-3CCE-139FF9F292FF}"/>
          </ac:picMkLst>
        </pc:picChg>
        <pc:picChg chg="add mod modCrop">
          <ac:chgData name="Steven White" userId="aa984103-a702-4fa6-abe2-8f7477a6bddf" providerId="ADAL" clId="{689ABEF0-56C0-5DA7-AED3-AFA321885446}" dt="2026-09-11T16:56:58.287" v="3278" actId="1076"/>
          <ac:picMkLst>
            <pc:docMk/>
            <pc:sldMk cId="2835421582" sldId="278"/>
            <ac:picMk id="10" creationId="{B3C714B4-4FF1-FD06-E2C3-C2F189505F83}"/>
          </ac:picMkLst>
        </pc:picChg>
        <pc:picChg chg="add mod modCrop">
          <ac:chgData name="Steven White" userId="aa984103-a702-4fa6-abe2-8f7477a6bddf" providerId="ADAL" clId="{689ABEF0-56C0-5DA7-AED3-AFA321885446}" dt="2026-09-11T16:54:57.238" v="3176" actId="1076"/>
          <ac:picMkLst>
            <pc:docMk/>
            <pc:sldMk cId="2835421582" sldId="278"/>
            <ac:picMk id="11" creationId="{B5ABFADA-EB86-7AFD-1FD5-1999DACFA33F}"/>
          </ac:picMkLst>
        </pc:picChg>
        <pc:cxnChg chg="add del">
          <ac:chgData name="Steven White" userId="aa984103-a702-4fa6-abe2-8f7477a6bddf" providerId="ADAL" clId="{689ABEF0-56C0-5DA7-AED3-AFA321885446}" dt="2026-09-11T16:55:11.885" v="3179" actId="478"/>
          <ac:cxnSpMkLst>
            <pc:docMk/>
            <pc:sldMk cId="2835421582" sldId="278"/>
            <ac:cxnSpMk id="13" creationId="{4378D201-5E71-D6A0-0184-0E9631673C3A}"/>
          </ac:cxnSpMkLst>
        </pc:cxnChg>
        <pc:cxnChg chg="add mod">
          <ac:chgData name="Steven White" userId="aa984103-a702-4fa6-abe2-8f7477a6bddf" providerId="ADAL" clId="{689ABEF0-56C0-5DA7-AED3-AFA321885446}" dt="2026-09-11T16:55:26.337" v="3186" actId="692"/>
          <ac:cxnSpMkLst>
            <pc:docMk/>
            <pc:sldMk cId="2835421582" sldId="278"/>
            <ac:cxnSpMk id="15" creationId="{2F914F3D-0749-38F1-53E8-5C717CDF7530}"/>
          </ac:cxnSpMkLst>
        </pc:cxnChg>
        <pc:cxnChg chg="add mod">
          <ac:chgData name="Steven White" userId="aa984103-a702-4fa6-abe2-8f7477a6bddf" providerId="ADAL" clId="{689ABEF0-56C0-5DA7-AED3-AFA321885446}" dt="2026-09-11T16:56:01.603" v="3198" actId="14100"/>
          <ac:cxnSpMkLst>
            <pc:docMk/>
            <pc:sldMk cId="2835421582" sldId="278"/>
            <ac:cxnSpMk id="17" creationId="{8B14D4FA-911A-B2F3-119E-7C274E121A83}"/>
          </ac:cxnSpMkLst>
        </pc:cxnChg>
      </pc:sldChg>
      <pc:sldChg chg="modSp del mod">
        <pc:chgData name="Steven White" userId="aa984103-a702-4fa6-abe2-8f7477a6bddf" providerId="ADAL" clId="{689ABEF0-56C0-5DA7-AED3-AFA321885446}" dt="2026-09-11T16:48:42.741" v="2781" actId="2696"/>
        <pc:sldMkLst>
          <pc:docMk/>
          <pc:sldMk cId="2172210467" sldId="279"/>
        </pc:sldMkLst>
        <pc:spChg chg="mod">
          <ac:chgData name="Steven White" userId="aa984103-a702-4fa6-abe2-8f7477a6bddf" providerId="ADAL" clId="{689ABEF0-56C0-5DA7-AED3-AFA321885446}" dt="2026-09-11T16:47:50.019" v="2691" actId="27636"/>
          <ac:spMkLst>
            <pc:docMk/>
            <pc:sldMk cId="2172210467" sldId="279"/>
            <ac:spMk id="2" creationId="{5CD44BEF-74AF-AE3E-B1F6-AD23DB0ED787}"/>
          </ac:spMkLst>
        </pc:spChg>
      </pc:sldChg>
      <pc:sldChg chg="modSp del mod">
        <pc:chgData name="Steven White" userId="aa984103-a702-4fa6-abe2-8f7477a6bddf" providerId="ADAL" clId="{689ABEF0-56C0-5DA7-AED3-AFA321885446}" dt="2026-09-11T16:48:43.498" v="2782" actId="2696"/>
        <pc:sldMkLst>
          <pc:docMk/>
          <pc:sldMk cId="2026735094" sldId="280"/>
        </pc:sldMkLst>
        <pc:spChg chg="mod">
          <ac:chgData name="Steven White" userId="aa984103-a702-4fa6-abe2-8f7477a6bddf" providerId="ADAL" clId="{689ABEF0-56C0-5DA7-AED3-AFA321885446}" dt="2026-09-11T16:47:50.021" v="2692" actId="27636"/>
          <ac:spMkLst>
            <pc:docMk/>
            <pc:sldMk cId="2026735094" sldId="280"/>
            <ac:spMk id="2" creationId="{7B520847-90E8-0634-D47D-BB040C9E4A45}"/>
          </ac:spMkLst>
        </pc:spChg>
      </pc:sldChg>
      <pc:sldChg chg="addSp delSp modSp mod">
        <pc:chgData name="Steven White" userId="aa984103-a702-4fa6-abe2-8f7477a6bddf" providerId="ADAL" clId="{689ABEF0-56C0-5DA7-AED3-AFA321885446}" dt="2026-09-11T19:17:58.546" v="6122" actId="313"/>
        <pc:sldMkLst>
          <pc:docMk/>
          <pc:sldMk cId="3489736333" sldId="281"/>
        </pc:sldMkLst>
        <pc:spChg chg="del">
          <ac:chgData name="Steven White" userId="aa984103-a702-4fa6-abe2-8f7477a6bddf" providerId="ADAL" clId="{689ABEF0-56C0-5DA7-AED3-AFA321885446}" dt="2026-09-11T19:17:47.536" v="6118" actId="478"/>
          <ac:spMkLst>
            <pc:docMk/>
            <pc:sldMk cId="3489736333" sldId="281"/>
            <ac:spMk id="2" creationId="{46E2FDA7-3E0E-103E-E457-0C1030EBC5CD}"/>
          </ac:spMkLst>
        </pc:spChg>
        <pc:spChg chg="del mod">
          <ac:chgData name="Steven White" userId="aa984103-a702-4fa6-abe2-8f7477a6bddf" providerId="ADAL" clId="{689ABEF0-56C0-5DA7-AED3-AFA321885446}" dt="2026-09-11T19:17:43.230" v="6116" actId="478"/>
          <ac:spMkLst>
            <pc:docMk/>
            <pc:sldMk cId="3489736333" sldId="281"/>
            <ac:spMk id="3" creationId="{003613A3-C095-5E78-53F6-C61118E3F414}"/>
          </ac:spMkLst>
        </pc:spChg>
        <pc:spChg chg="mod">
          <ac:chgData name="Steven White" userId="aa984103-a702-4fa6-abe2-8f7477a6bddf" providerId="ADAL" clId="{689ABEF0-56C0-5DA7-AED3-AFA321885446}" dt="2026-09-11T19:17:58.546" v="6122" actId="313"/>
          <ac:spMkLst>
            <pc:docMk/>
            <pc:sldMk cId="3489736333" sldId="281"/>
            <ac:spMk id="4" creationId="{F2050576-48EF-3210-EF02-2E35E24697D6}"/>
          </ac:spMkLst>
        </pc:spChg>
        <pc:spChg chg="mod">
          <ac:chgData name="Steven White" userId="aa984103-a702-4fa6-abe2-8f7477a6bddf" providerId="ADAL" clId="{689ABEF0-56C0-5DA7-AED3-AFA321885446}" dt="2026-09-11T19:17:56.333" v="6121" actId="1076"/>
          <ac:spMkLst>
            <pc:docMk/>
            <pc:sldMk cId="3489736333" sldId="281"/>
            <ac:spMk id="5" creationId="{8196465F-0B52-2C65-E083-7048FA50A09A}"/>
          </ac:spMkLst>
        </pc:spChg>
        <pc:spChg chg="add del mod">
          <ac:chgData name="Steven White" userId="aa984103-a702-4fa6-abe2-8f7477a6bddf" providerId="ADAL" clId="{689ABEF0-56C0-5DA7-AED3-AFA321885446}" dt="2026-09-11T19:17:45.331" v="6117" actId="478"/>
          <ac:spMkLst>
            <pc:docMk/>
            <pc:sldMk cId="3489736333" sldId="281"/>
            <ac:spMk id="7" creationId="{6DC3D32F-72B4-55DB-1EBF-FD43B4D777C4}"/>
          </ac:spMkLst>
        </pc:spChg>
        <pc:spChg chg="add del mod">
          <ac:chgData name="Steven White" userId="aa984103-a702-4fa6-abe2-8f7477a6bddf" providerId="ADAL" clId="{689ABEF0-56C0-5DA7-AED3-AFA321885446}" dt="2026-09-11T19:17:49.211" v="6120" actId="478"/>
          <ac:spMkLst>
            <pc:docMk/>
            <pc:sldMk cId="3489736333" sldId="281"/>
            <ac:spMk id="9" creationId="{5DE79795-9DC5-9ABD-3C49-85784EB63981}"/>
          </ac:spMkLst>
        </pc:spChg>
      </pc:sldChg>
      <pc:sldChg chg="addSp delSp modSp mod modAnim">
        <pc:chgData name="Steven White" userId="aa984103-a702-4fa6-abe2-8f7477a6bddf" providerId="ADAL" clId="{689ABEF0-56C0-5DA7-AED3-AFA321885446}" dt="2026-09-11T20:19:25.063" v="10240" actId="20577"/>
        <pc:sldMkLst>
          <pc:docMk/>
          <pc:sldMk cId="1317925710" sldId="282"/>
        </pc:sldMkLst>
        <pc:spChg chg="del mod">
          <ac:chgData name="Steven White" userId="aa984103-a702-4fa6-abe2-8f7477a6bddf" providerId="ADAL" clId="{689ABEF0-56C0-5DA7-AED3-AFA321885446}" dt="2026-09-11T20:18:17.278" v="10232" actId="478"/>
          <ac:spMkLst>
            <pc:docMk/>
            <pc:sldMk cId="1317925710" sldId="282"/>
            <ac:spMk id="2" creationId="{650B9CE6-7C12-60E5-2D89-3C4B74AB9B3C}"/>
          </ac:spMkLst>
        </pc:spChg>
        <pc:spChg chg="mod">
          <ac:chgData name="Steven White" userId="aa984103-a702-4fa6-abe2-8f7477a6bddf" providerId="ADAL" clId="{689ABEF0-56C0-5DA7-AED3-AFA321885446}" dt="2026-09-11T20:19:25.063" v="10240" actId="20577"/>
          <ac:spMkLst>
            <pc:docMk/>
            <pc:sldMk cId="1317925710" sldId="282"/>
            <ac:spMk id="3" creationId="{E9EC8E07-59A9-D87E-5E9F-01186296E990}"/>
          </ac:spMkLst>
        </pc:spChg>
        <pc:spChg chg="add del mod">
          <ac:chgData name="Steven White" userId="aa984103-a702-4fa6-abe2-8f7477a6bddf" providerId="ADAL" clId="{689ABEF0-56C0-5DA7-AED3-AFA321885446}" dt="2026-09-11T20:18:20.122" v="10234" actId="478"/>
          <ac:spMkLst>
            <pc:docMk/>
            <pc:sldMk cId="1317925710" sldId="282"/>
            <ac:spMk id="5" creationId="{0FCED5C2-2B5E-97A7-AD01-82BF433AAA1A}"/>
          </ac:spMkLst>
        </pc:spChg>
        <pc:spChg chg="add del mod">
          <ac:chgData name="Steven White" userId="aa984103-a702-4fa6-abe2-8f7477a6bddf" providerId="ADAL" clId="{689ABEF0-56C0-5DA7-AED3-AFA321885446}" dt="2026-09-11T18:43:43.337" v="4500" actId="478"/>
          <ac:spMkLst>
            <pc:docMk/>
            <pc:sldMk cId="1317925710" sldId="282"/>
            <ac:spMk id="5" creationId="{60365A9C-F308-7C73-6493-F081541B7D1E}"/>
          </ac:spMkLst>
        </pc:spChg>
        <pc:spChg chg="add del mod">
          <ac:chgData name="Steven White" userId="aa984103-a702-4fa6-abe2-8f7477a6bddf" providerId="ADAL" clId="{689ABEF0-56C0-5DA7-AED3-AFA321885446}" dt="2026-09-11T18:35:52.612" v="3808" actId="478"/>
          <ac:spMkLst>
            <pc:docMk/>
            <pc:sldMk cId="1317925710" sldId="282"/>
            <ac:spMk id="7" creationId="{FA5F94B5-032A-90B3-5A99-A7EA5EFF8CE0}"/>
          </ac:spMkLst>
        </pc:spChg>
        <pc:picChg chg="del">
          <ac:chgData name="Steven White" userId="aa984103-a702-4fa6-abe2-8f7477a6bddf" providerId="ADAL" clId="{689ABEF0-56C0-5DA7-AED3-AFA321885446}" dt="2026-09-11T16:48:37.919" v="2778" actId="478"/>
          <ac:picMkLst>
            <pc:docMk/>
            <pc:sldMk cId="1317925710" sldId="282"/>
            <ac:picMk id="4" creationId="{A89CEE74-B118-8041-547A-70758E80F42D}"/>
          </ac:picMkLst>
        </pc:picChg>
        <pc:picChg chg="del">
          <ac:chgData name="Steven White" userId="aa984103-a702-4fa6-abe2-8f7477a6bddf" providerId="ADAL" clId="{689ABEF0-56C0-5DA7-AED3-AFA321885446}" dt="2026-09-11T16:48:39.036" v="2779" actId="478"/>
          <ac:picMkLst>
            <pc:docMk/>
            <pc:sldMk cId="1317925710" sldId="282"/>
            <ac:picMk id="6" creationId="{14142EE6-782A-B573-28B9-5A8AC4040498}"/>
          </ac:picMkLst>
        </pc:picChg>
      </pc:sldChg>
      <pc:sldChg chg="modSp del mod">
        <pc:chgData name="Steven White" userId="aa984103-a702-4fa6-abe2-8f7477a6bddf" providerId="ADAL" clId="{689ABEF0-56C0-5DA7-AED3-AFA321885446}" dt="2026-09-11T16:48:40.875" v="2780" actId="2696"/>
        <pc:sldMkLst>
          <pc:docMk/>
          <pc:sldMk cId="3274076196" sldId="283"/>
        </pc:sldMkLst>
        <pc:spChg chg="mod">
          <ac:chgData name="Steven White" userId="aa984103-a702-4fa6-abe2-8f7477a6bddf" providerId="ADAL" clId="{689ABEF0-56C0-5DA7-AED3-AFA321885446}" dt="2026-09-11T16:47:50.018" v="2690" actId="27636"/>
          <ac:spMkLst>
            <pc:docMk/>
            <pc:sldMk cId="3274076196" sldId="283"/>
            <ac:spMk id="2" creationId="{85681913-C7EF-E7EA-F448-D6C778FBFFB2}"/>
          </ac:spMkLst>
        </pc:spChg>
      </pc:sldChg>
      <pc:sldChg chg="modSp del mod">
        <pc:chgData name="Steven White" userId="aa984103-a702-4fa6-abe2-8f7477a6bddf" providerId="ADAL" clId="{689ABEF0-56C0-5DA7-AED3-AFA321885446}" dt="2026-09-11T16:48:45.290" v="2783" actId="2696"/>
        <pc:sldMkLst>
          <pc:docMk/>
          <pc:sldMk cId="408069857" sldId="284"/>
        </pc:sldMkLst>
        <pc:spChg chg="mod">
          <ac:chgData name="Steven White" userId="aa984103-a702-4fa6-abe2-8f7477a6bddf" providerId="ADAL" clId="{689ABEF0-56C0-5DA7-AED3-AFA321885446}" dt="2026-09-11T16:47:50.024" v="2693" actId="27636"/>
          <ac:spMkLst>
            <pc:docMk/>
            <pc:sldMk cId="408069857" sldId="284"/>
            <ac:spMk id="2" creationId="{2C4DC5C2-A7F8-9EF5-BA0E-A294EAAC7C23}"/>
          </ac:spMkLst>
        </pc:spChg>
      </pc:sldChg>
      <pc:sldChg chg="modSp del mod">
        <pc:chgData name="Steven White" userId="aa984103-a702-4fa6-abe2-8f7477a6bddf" providerId="ADAL" clId="{689ABEF0-56C0-5DA7-AED3-AFA321885446}" dt="2026-09-11T17:00:52.381" v="3529" actId="2696"/>
        <pc:sldMkLst>
          <pc:docMk/>
          <pc:sldMk cId="3700656635" sldId="285"/>
        </pc:sldMkLst>
        <pc:spChg chg="mod">
          <ac:chgData name="Steven White" userId="aa984103-a702-4fa6-abe2-8f7477a6bddf" providerId="ADAL" clId="{689ABEF0-56C0-5DA7-AED3-AFA321885446}" dt="2026-09-11T16:47:50.025" v="2694" actId="27636"/>
          <ac:spMkLst>
            <pc:docMk/>
            <pc:sldMk cId="3700656635" sldId="285"/>
            <ac:spMk id="2" creationId="{C102E59D-DF6B-4D66-ED75-CCF444DD22CB}"/>
          </ac:spMkLst>
        </pc:spChg>
      </pc:sldChg>
      <pc:sldChg chg="modSp del mod">
        <pc:chgData name="Steven White" userId="aa984103-a702-4fa6-abe2-8f7477a6bddf" providerId="ADAL" clId="{689ABEF0-56C0-5DA7-AED3-AFA321885446}" dt="2026-09-11T16:48:47.247" v="2784" actId="2696"/>
        <pc:sldMkLst>
          <pc:docMk/>
          <pc:sldMk cId="1087236524" sldId="286"/>
        </pc:sldMkLst>
        <pc:spChg chg="mod">
          <ac:chgData name="Steven White" userId="aa984103-a702-4fa6-abe2-8f7477a6bddf" providerId="ADAL" clId="{689ABEF0-56C0-5DA7-AED3-AFA321885446}" dt="2026-09-11T16:47:50.027" v="2695" actId="27636"/>
          <ac:spMkLst>
            <pc:docMk/>
            <pc:sldMk cId="1087236524" sldId="286"/>
            <ac:spMk id="2" creationId="{B843CB5C-AF99-B96A-2283-2786D782E011}"/>
          </ac:spMkLst>
        </pc:spChg>
      </pc:sldChg>
      <pc:sldChg chg="modSp del mod">
        <pc:chgData name="Steven White" userId="aa984103-a702-4fa6-abe2-8f7477a6bddf" providerId="ADAL" clId="{689ABEF0-56C0-5DA7-AED3-AFA321885446}" dt="2026-09-11T16:48:48.327" v="2785" actId="2696"/>
        <pc:sldMkLst>
          <pc:docMk/>
          <pc:sldMk cId="3905493108" sldId="287"/>
        </pc:sldMkLst>
        <pc:spChg chg="mod">
          <ac:chgData name="Steven White" userId="aa984103-a702-4fa6-abe2-8f7477a6bddf" providerId="ADAL" clId="{689ABEF0-56C0-5DA7-AED3-AFA321885446}" dt="2026-09-11T16:47:50.028" v="2696" actId="27636"/>
          <ac:spMkLst>
            <pc:docMk/>
            <pc:sldMk cId="3905493108" sldId="287"/>
            <ac:spMk id="2" creationId="{29330514-B053-F103-052C-1B26180991F6}"/>
          </ac:spMkLst>
        </pc:spChg>
        <pc:spChg chg="mod">
          <ac:chgData name="Steven White" userId="aa984103-a702-4fa6-abe2-8f7477a6bddf" providerId="ADAL" clId="{689ABEF0-56C0-5DA7-AED3-AFA321885446}" dt="2026-09-11T16:47:54.720" v="2703" actId="27636"/>
          <ac:spMkLst>
            <pc:docMk/>
            <pc:sldMk cId="3905493108" sldId="287"/>
            <ac:spMk id="3" creationId="{8BA67F29-586A-A856-D7D4-D231757F04E5}"/>
          </ac:spMkLst>
        </pc:spChg>
      </pc:sldChg>
      <pc:sldChg chg="del">
        <pc:chgData name="Steven White" userId="aa984103-a702-4fa6-abe2-8f7477a6bddf" providerId="ADAL" clId="{689ABEF0-56C0-5DA7-AED3-AFA321885446}" dt="2026-09-11T16:48:48.777" v="2786" actId="2696"/>
        <pc:sldMkLst>
          <pc:docMk/>
          <pc:sldMk cId="3010615067" sldId="288"/>
        </pc:sldMkLst>
      </pc:sldChg>
      <pc:sldChg chg="modSp del mod">
        <pc:chgData name="Steven White" userId="aa984103-a702-4fa6-abe2-8f7477a6bddf" providerId="ADAL" clId="{689ABEF0-56C0-5DA7-AED3-AFA321885446}" dt="2026-09-11T16:48:49.604" v="2787" actId="2696"/>
        <pc:sldMkLst>
          <pc:docMk/>
          <pc:sldMk cId="1014717942" sldId="289"/>
        </pc:sldMkLst>
        <pc:spChg chg="mod">
          <ac:chgData name="Steven White" userId="aa984103-a702-4fa6-abe2-8f7477a6bddf" providerId="ADAL" clId="{689ABEF0-56C0-5DA7-AED3-AFA321885446}" dt="2026-09-11T16:47:50.029" v="2697" actId="27636"/>
          <ac:spMkLst>
            <pc:docMk/>
            <pc:sldMk cId="1014717942" sldId="289"/>
            <ac:spMk id="2" creationId="{4549AB4F-B988-C49B-98AF-57A32E00CEED}"/>
          </ac:spMkLst>
        </pc:spChg>
      </pc:sldChg>
      <pc:sldChg chg="del">
        <pc:chgData name="Steven White" userId="aa984103-a702-4fa6-abe2-8f7477a6bddf" providerId="ADAL" clId="{689ABEF0-56C0-5DA7-AED3-AFA321885446}" dt="2026-09-11T16:48:50.806" v="2789" actId="2696"/>
        <pc:sldMkLst>
          <pc:docMk/>
          <pc:sldMk cId="94509734" sldId="290"/>
        </pc:sldMkLst>
      </pc:sldChg>
      <pc:sldChg chg="modSp del mod">
        <pc:chgData name="Steven White" userId="aa984103-a702-4fa6-abe2-8f7477a6bddf" providerId="ADAL" clId="{689ABEF0-56C0-5DA7-AED3-AFA321885446}" dt="2026-09-11T16:48:51.316" v="2790" actId="2696"/>
        <pc:sldMkLst>
          <pc:docMk/>
          <pc:sldMk cId="2389392944" sldId="291"/>
        </pc:sldMkLst>
        <pc:spChg chg="mod">
          <ac:chgData name="Steven White" userId="aa984103-a702-4fa6-abe2-8f7477a6bddf" providerId="ADAL" clId="{689ABEF0-56C0-5DA7-AED3-AFA321885446}" dt="2026-09-11T16:47:50.032" v="2699" actId="27636"/>
          <ac:spMkLst>
            <pc:docMk/>
            <pc:sldMk cId="2389392944" sldId="291"/>
            <ac:spMk id="2" creationId="{BCFC42FF-BACD-EB88-3614-43E7A4E33CB1}"/>
          </ac:spMkLst>
        </pc:spChg>
      </pc:sldChg>
      <pc:sldChg chg="modSp add del mod modAnim">
        <pc:chgData name="Steven White" userId="aa984103-a702-4fa6-abe2-8f7477a6bddf" providerId="ADAL" clId="{689ABEF0-56C0-5DA7-AED3-AFA321885446}" dt="2026-09-11T19:59:00.609" v="9086" actId="313"/>
        <pc:sldMkLst>
          <pc:docMk/>
          <pc:sldMk cId="2498748191" sldId="292"/>
        </pc:sldMkLst>
        <pc:spChg chg="mod">
          <ac:chgData name="Steven White" userId="aa984103-a702-4fa6-abe2-8f7477a6bddf" providerId="ADAL" clId="{689ABEF0-56C0-5DA7-AED3-AFA321885446}" dt="2026-09-11T16:47:50.034" v="2700" actId="27636"/>
          <ac:spMkLst>
            <pc:docMk/>
            <pc:sldMk cId="2498748191" sldId="292"/>
            <ac:spMk id="2" creationId="{E66AE736-7F16-AE92-D303-80F4A68B3002}"/>
          </ac:spMkLst>
        </pc:spChg>
        <pc:spChg chg="mod">
          <ac:chgData name="Steven White" userId="aa984103-a702-4fa6-abe2-8f7477a6bddf" providerId="ADAL" clId="{689ABEF0-56C0-5DA7-AED3-AFA321885446}" dt="2026-09-11T19:59:00.609" v="9086" actId="313"/>
          <ac:spMkLst>
            <pc:docMk/>
            <pc:sldMk cId="2498748191" sldId="292"/>
            <ac:spMk id="3" creationId="{9D360F44-7DEA-F772-0ADB-54EDF7446BFA}"/>
          </ac:spMkLst>
        </pc:spChg>
      </pc:sldChg>
      <pc:sldChg chg="modSp del mod">
        <pc:chgData name="Steven White" userId="aa984103-a702-4fa6-abe2-8f7477a6bddf" providerId="ADAL" clId="{689ABEF0-56C0-5DA7-AED3-AFA321885446}" dt="2026-09-11T16:48:50.282" v="2788" actId="2696"/>
        <pc:sldMkLst>
          <pc:docMk/>
          <pc:sldMk cId="239170643" sldId="293"/>
        </pc:sldMkLst>
        <pc:spChg chg="mod">
          <ac:chgData name="Steven White" userId="aa984103-a702-4fa6-abe2-8f7477a6bddf" providerId="ADAL" clId="{689ABEF0-56C0-5DA7-AED3-AFA321885446}" dt="2026-09-11T16:47:50.031" v="2698" actId="27636"/>
          <ac:spMkLst>
            <pc:docMk/>
            <pc:sldMk cId="239170643" sldId="293"/>
            <ac:spMk id="2" creationId="{C38C14D1-0B8A-D692-D874-22AC6159F171}"/>
          </ac:spMkLst>
        </pc:spChg>
      </pc:sldChg>
      <pc:sldChg chg="delSp modSp new del mod">
        <pc:chgData name="Steven White" userId="aa984103-a702-4fa6-abe2-8f7477a6bddf" providerId="ADAL" clId="{689ABEF0-56C0-5DA7-AED3-AFA321885446}" dt="2026-09-11T16:49:23.694" v="2834" actId="2696"/>
        <pc:sldMkLst>
          <pc:docMk/>
          <pc:sldMk cId="1017824816" sldId="293"/>
        </pc:sldMkLst>
        <pc:spChg chg="del">
          <ac:chgData name="Steven White" userId="aa984103-a702-4fa6-abe2-8f7477a6bddf" providerId="ADAL" clId="{689ABEF0-56C0-5DA7-AED3-AFA321885446}" dt="2026-09-11T16:48:59.308" v="2792" actId="478"/>
          <ac:spMkLst>
            <pc:docMk/>
            <pc:sldMk cId="1017824816" sldId="293"/>
            <ac:spMk id="2" creationId="{2E24CEA1-3D9A-B03A-5071-269ED380F0C0}"/>
          </ac:spMkLst>
        </pc:spChg>
        <pc:spChg chg="mod">
          <ac:chgData name="Steven White" userId="aa984103-a702-4fa6-abe2-8f7477a6bddf" providerId="ADAL" clId="{689ABEF0-56C0-5DA7-AED3-AFA321885446}" dt="2026-09-11T16:49:09.674" v="2813" actId="21"/>
          <ac:spMkLst>
            <pc:docMk/>
            <pc:sldMk cId="1017824816" sldId="293"/>
            <ac:spMk id="3" creationId="{329B7FA9-581A-01D3-7C7F-436A3E953B88}"/>
          </ac:spMkLst>
        </pc:spChg>
      </pc:sldChg>
      <pc:sldChg chg="delSp modSp new mod modAnim">
        <pc:chgData name="Steven White" userId="aa984103-a702-4fa6-abe2-8f7477a6bddf" providerId="ADAL" clId="{689ABEF0-56C0-5DA7-AED3-AFA321885446}" dt="2026-09-11T20:21:58.319" v="10250"/>
        <pc:sldMkLst>
          <pc:docMk/>
          <pc:sldMk cId="3270566107" sldId="293"/>
        </pc:sldMkLst>
        <pc:spChg chg="del">
          <ac:chgData name="Steven White" userId="aa984103-a702-4fa6-abe2-8f7477a6bddf" providerId="ADAL" clId="{689ABEF0-56C0-5DA7-AED3-AFA321885446}" dt="2026-09-11T16:49:30.516" v="2836" actId="478"/>
          <ac:spMkLst>
            <pc:docMk/>
            <pc:sldMk cId="3270566107" sldId="293"/>
            <ac:spMk id="2" creationId="{B441D507-ED96-7E84-9D62-12FA14A51CD6}"/>
          </ac:spMkLst>
        </pc:spChg>
        <pc:spChg chg="mod">
          <ac:chgData name="Steven White" userId="aa984103-a702-4fa6-abe2-8f7477a6bddf" providerId="ADAL" clId="{689ABEF0-56C0-5DA7-AED3-AFA321885446}" dt="2026-09-11T19:22:22.780" v="6215" actId="20577"/>
          <ac:spMkLst>
            <pc:docMk/>
            <pc:sldMk cId="3270566107" sldId="293"/>
            <ac:spMk id="3" creationId="{0142CAA6-A035-F14F-0A44-83B7B192225E}"/>
          </ac:spMkLst>
        </pc:spChg>
      </pc:sldChg>
      <pc:sldChg chg="addSp modSp new mod ord modAnim">
        <pc:chgData name="Steven White" userId="aa984103-a702-4fa6-abe2-8f7477a6bddf" providerId="ADAL" clId="{689ABEF0-56C0-5DA7-AED3-AFA321885446}" dt="2026-09-11T19:25:14.939" v="6265" actId="20577"/>
        <pc:sldMkLst>
          <pc:docMk/>
          <pc:sldMk cId="4117278339" sldId="294"/>
        </pc:sldMkLst>
        <pc:spChg chg="mod">
          <ac:chgData name="Steven White" userId="aa984103-a702-4fa6-abe2-8f7477a6bddf" providerId="ADAL" clId="{689ABEF0-56C0-5DA7-AED3-AFA321885446}" dt="2026-09-11T18:58:27.455" v="5683" actId="20577"/>
          <ac:spMkLst>
            <pc:docMk/>
            <pc:sldMk cId="4117278339" sldId="294"/>
            <ac:spMk id="2" creationId="{969733C2-FA85-CCCB-08E6-6EC1B696238A}"/>
          </ac:spMkLst>
        </pc:spChg>
        <pc:spChg chg="mod">
          <ac:chgData name="Steven White" userId="aa984103-a702-4fa6-abe2-8f7477a6bddf" providerId="ADAL" clId="{689ABEF0-56C0-5DA7-AED3-AFA321885446}" dt="2026-09-11T19:25:14.939" v="6265" actId="20577"/>
          <ac:spMkLst>
            <pc:docMk/>
            <pc:sldMk cId="4117278339" sldId="294"/>
            <ac:spMk id="3" creationId="{CFC74B1D-CA77-9E09-3F18-FFBFBE07801F}"/>
          </ac:spMkLst>
        </pc:spChg>
        <pc:spChg chg="add mod">
          <ac:chgData name="Steven White" userId="aa984103-a702-4fa6-abe2-8f7477a6bddf" providerId="ADAL" clId="{689ABEF0-56C0-5DA7-AED3-AFA321885446}" dt="2026-09-11T19:23:59.528" v="6220" actId="1076"/>
          <ac:spMkLst>
            <pc:docMk/>
            <pc:sldMk cId="4117278339" sldId="294"/>
            <ac:spMk id="4" creationId="{746E2EAF-E10C-DE8E-0898-B4D05E7C3E8F}"/>
          </ac:spMkLst>
        </pc:spChg>
      </pc:sldChg>
      <pc:sldChg chg="addSp delSp modSp new mod ord">
        <pc:chgData name="Steven White" userId="aa984103-a702-4fa6-abe2-8f7477a6bddf" providerId="ADAL" clId="{689ABEF0-56C0-5DA7-AED3-AFA321885446}" dt="2026-09-11T20:14:00.532" v="10167" actId="255"/>
        <pc:sldMkLst>
          <pc:docMk/>
          <pc:sldMk cId="1996234228" sldId="295"/>
        </pc:sldMkLst>
        <pc:spChg chg="del mod">
          <ac:chgData name="Steven White" userId="aa984103-a702-4fa6-abe2-8f7477a6bddf" providerId="ADAL" clId="{689ABEF0-56C0-5DA7-AED3-AFA321885446}" dt="2026-09-11T19:29:25.184" v="6462" actId="478"/>
          <ac:spMkLst>
            <pc:docMk/>
            <pc:sldMk cId="1996234228" sldId="295"/>
            <ac:spMk id="2" creationId="{ACB3AD69-9591-DF1E-685B-32E5C28194C4}"/>
          </ac:spMkLst>
        </pc:spChg>
        <pc:spChg chg="del">
          <ac:chgData name="Steven White" userId="aa984103-a702-4fa6-abe2-8f7477a6bddf" providerId="ADAL" clId="{689ABEF0-56C0-5DA7-AED3-AFA321885446}" dt="2026-09-11T19:09:47.490" v="5923" actId="478"/>
          <ac:spMkLst>
            <pc:docMk/>
            <pc:sldMk cId="1996234228" sldId="295"/>
            <ac:spMk id="3" creationId="{2C43114F-BBF8-DA76-EB60-88E1DA208203}"/>
          </ac:spMkLst>
        </pc:spChg>
        <pc:spChg chg="add del mod">
          <ac:chgData name="Steven White" userId="aa984103-a702-4fa6-abe2-8f7477a6bddf" providerId="ADAL" clId="{689ABEF0-56C0-5DA7-AED3-AFA321885446}" dt="2026-09-11T19:29:26.652" v="6464" actId="478"/>
          <ac:spMkLst>
            <pc:docMk/>
            <pc:sldMk cId="1996234228" sldId="295"/>
            <ac:spMk id="5" creationId="{C75AD505-DCA3-7E22-743A-FAA793A5FE93}"/>
          </ac:spMkLst>
        </pc:spChg>
        <pc:graphicFrameChg chg="add del mod modGraphic">
          <ac:chgData name="Steven White" userId="aa984103-a702-4fa6-abe2-8f7477a6bddf" providerId="ADAL" clId="{689ABEF0-56C0-5DA7-AED3-AFA321885446}" dt="2026-09-11T20:14:00.532" v="10167" actId="255"/>
          <ac:graphicFrameMkLst>
            <pc:docMk/>
            <pc:sldMk cId="1996234228" sldId="295"/>
            <ac:graphicFrameMk id="4" creationId="{2742A212-8431-1075-7DB9-D2F3C89C4B4D}"/>
          </ac:graphicFrameMkLst>
        </pc:graphicFrameChg>
      </pc:sldChg>
      <pc:sldChg chg="new del">
        <pc:chgData name="Steven White" userId="aa984103-a702-4fa6-abe2-8f7477a6bddf" providerId="ADAL" clId="{689ABEF0-56C0-5DA7-AED3-AFA321885446}" dt="2026-09-11T17:00:35.324" v="3504" actId="2696"/>
        <pc:sldMkLst>
          <pc:docMk/>
          <pc:sldMk cId="1470663303" sldId="296"/>
        </pc:sldMkLst>
      </pc:sldChg>
      <pc:sldChg chg="addSp delSp modSp new mod modAnim">
        <pc:chgData name="Steven White" userId="aa984103-a702-4fa6-abe2-8f7477a6bddf" providerId="ADAL" clId="{689ABEF0-56C0-5DA7-AED3-AFA321885446}" dt="2026-09-11T19:26:44.530" v="6347" actId="114"/>
        <pc:sldMkLst>
          <pc:docMk/>
          <pc:sldMk cId="3357439856" sldId="296"/>
        </pc:sldMkLst>
        <pc:spChg chg="del mod">
          <ac:chgData name="Steven White" userId="aa984103-a702-4fa6-abe2-8f7477a6bddf" providerId="ADAL" clId="{689ABEF0-56C0-5DA7-AED3-AFA321885446}" dt="2026-09-11T18:47:34.321" v="4513" actId="478"/>
          <ac:spMkLst>
            <pc:docMk/>
            <pc:sldMk cId="3357439856" sldId="296"/>
            <ac:spMk id="2" creationId="{A8DA989F-2C3B-972A-014A-9D1645B1B478}"/>
          </ac:spMkLst>
        </pc:spChg>
        <pc:spChg chg="mod">
          <ac:chgData name="Steven White" userId="aa984103-a702-4fa6-abe2-8f7477a6bddf" providerId="ADAL" clId="{689ABEF0-56C0-5DA7-AED3-AFA321885446}" dt="2026-09-11T19:26:44.530" v="6347" actId="114"/>
          <ac:spMkLst>
            <pc:docMk/>
            <pc:sldMk cId="3357439856" sldId="296"/>
            <ac:spMk id="3" creationId="{D2087F99-A58F-276C-81BA-C5FBF77DA6A2}"/>
          </ac:spMkLst>
        </pc:spChg>
        <pc:spChg chg="add del mod">
          <ac:chgData name="Steven White" userId="aa984103-a702-4fa6-abe2-8f7477a6bddf" providerId="ADAL" clId="{689ABEF0-56C0-5DA7-AED3-AFA321885446}" dt="2026-09-11T18:47:47.610" v="4522"/>
          <ac:spMkLst>
            <pc:docMk/>
            <pc:sldMk cId="3357439856" sldId="296"/>
            <ac:spMk id="4" creationId="{C41A212D-0E26-1FBF-1C37-B0FF8B216831}"/>
          </ac:spMkLst>
        </pc:spChg>
      </pc:sldChg>
      <pc:sldChg chg="delSp modSp new mod">
        <pc:chgData name="Steven White" userId="aa984103-a702-4fa6-abe2-8f7477a6bddf" providerId="ADAL" clId="{689ABEF0-56C0-5DA7-AED3-AFA321885446}" dt="2026-09-11T19:27:26.257" v="6453" actId="20577"/>
        <pc:sldMkLst>
          <pc:docMk/>
          <pc:sldMk cId="1992612821" sldId="297"/>
        </pc:sldMkLst>
        <pc:spChg chg="del">
          <ac:chgData name="Steven White" userId="aa984103-a702-4fa6-abe2-8f7477a6bddf" providerId="ADAL" clId="{689ABEF0-56C0-5DA7-AED3-AFA321885446}" dt="2026-09-11T18:51:09.882" v="4908" actId="478"/>
          <ac:spMkLst>
            <pc:docMk/>
            <pc:sldMk cId="1992612821" sldId="297"/>
            <ac:spMk id="2" creationId="{53F01001-498E-CC32-9DF3-28218582E8BD}"/>
          </ac:spMkLst>
        </pc:spChg>
        <pc:spChg chg="mod">
          <ac:chgData name="Steven White" userId="aa984103-a702-4fa6-abe2-8f7477a6bddf" providerId="ADAL" clId="{689ABEF0-56C0-5DA7-AED3-AFA321885446}" dt="2026-09-11T19:27:26.257" v="6453" actId="20577"/>
          <ac:spMkLst>
            <pc:docMk/>
            <pc:sldMk cId="1992612821" sldId="297"/>
            <ac:spMk id="3" creationId="{C65E932E-5B20-A08C-1907-8F50BB9955C9}"/>
          </ac:spMkLst>
        </pc:spChg>
      </pc:sldChg>
      <pc:sldChg chg="delSp modSp new add del mod">
        <pc:chgData name="Steven White" userId="aa984103-a702-4fa6-abe2-8f7477a6bddf" providerId="ADAL" clId="{689ABEF0-56C0-5DA7-AED3-AFA321885446}" dt="2026-09-11T20:14:47.692" v="10210" actId="20577"/>
        <pc:sldMkLst>
          <pc:docMk/>
          <pc:sldMk cId="2830347250" sldId="298"/>
        </pc:sldMkLst>
        <pc:spChg chg="mod">
          <ac:chgData name="Steven White" userId="aa984103-a702-4fa6-abe2-8f7477a6bddf" providerId="ADAL" clId="{689ABEF0-56C0-5DA7-AED3-AFA321885446}" dt="2026-09-11T20:14:47.692" v="10210" actId="20577"/>
          <ac:spMkLst>
            <pc:docMk/>
            <pc:sldMk cId="2830347250" sldId="298"/>
            <ac:spMk id="2" creationId="{96688D39-5A0D-EF42-27FF-BD743FFB648C}"/>
          </ac:spMkLst>
        </pc:spChg>
        <pc:spChg chg="del mod">
          <ac:chgData name="Steven White" userId="aa984103-a702-4fa6-abe2-8f7477a6bddf" providerId="ADAL" clId="{689ABEF0-56C0-5DA7-AED3-AFA321885446}" dt="2026-09-11T20:14:37.142" v="10173" actId="478"/>
          <ac:spMkLst>
            <pc:docMk/>
            <pc:sldMk cId="2830347250" sldId="298"/>
            <ac:spMk id="3" creationId="{1A62C2A7-B1AF-CADB-4EA4-A3785EB5B1EF}"/>
          </ac:spMkLst>
        </pc:spChg>
      </pc:sldChg>
      <pc:sldChg chg="addSp delSp modSp add mod">
        <pc:chgData name="Steven White" userId="aa984103-a702-4fa6-abe2-8f7477a6bddf" providerId="ADAL" clId="{689ABEF0-56C0-5DA7-AED3-AFA321885446}" dt="2026-09-11T19:46:37.878" v="7418" actId="478"/>
        <pc:sldMkLst>
          <pc:docMk/>
          <pc:sldMk cId="0" sldId="299"/>
        </pc:sldMkLst>
        <pc:spChg chg="mod">
          <ac:chgData name="Steven White" userId="aa984103-a702-4fa6-abe2-8f7477a6bddf" providerId="ADAL" clId="{689ABEF0-56C0-5DA7-AED3-AFA321885446}" dt="2026-09-11T19:46:28.423" v="7416"/>
          <ac:spMkLst>
            <pc:docMk/>
            <pc:sldMk cId="0" sldId="299"/>
            <ac:spMk id="3" creationId="{00000000-0000-0000-0000-000000000000}"/>
          </ac:spMkLst>
        </pc:spChg>
        <pc:picChg chg="add del mod">
          <ac:chgData name="Steven White" userId="aa984103-a702-4fa6-abe2-8f7477a6bddf" providerId="ADAL" clId="{689ABEF0-56C0-5DA7-AED3-AFA321885446}" dt="2026-09-11T19:46:37.878" v="7418" actId="478"/>
          <ac:picMkLst>
            <pc:docMk/>
            <pc:sldMk cId="0" sldId="299"/>
            <ac:picMk id="5" creationId="{3E4B3772-248E-D635-AA4D-C593B7EF61AB}"/>
          </ac:picMkLst>
        </pc:picChg>
      </pc:sldChg>
      <pc:sldChg chg="modSp add mod modAnim">
        <pc:chgData name="Steven White" userId="aa984103-a702-4fa6-abe2-8f7477a6bddf" providerId="ADAL" clId="{689ABEF0-56C0-5DA7-AED3-AFA321885446}" dt="2026-09-11T20:14:26.400" v="10171"/>
        <pc:sldMkLst>
          <pc:docMk/>
          <pc:sldMk cId="0" sldId="300"/>
        </pc:sldMkLst>
        <pc:spChg chg="mod">
          <ac:chgData name="Steven White" userId="aa984103-a702-4fa6-abe2-8f7477a6bddf" providerId="ADAL" clId="{689ABEF0-56C0-5DA7-AED3-AFA321885446}" dt="2026-09-11T19:35:04.289" v="6758" actId="20577"/>
          <ac:spMkLst>
            <pc:docMk/>
            <pc:sldMk cId="0" sldId="300"/>
            <ac:spMk id="2" creationId="{00000000-0000-0000-0000-000000000000}"/>
          </ac:spMkLst>
        </pc:spChg>
        <pc:spChg chg="mod">
          <ac:chgData name="Steven White" userId="aa984103-a702-4fa6-abe2-8f7477a6bddf" providerId="ADAL" clId="{689ABEF0-56C0-5DA7-AED3-AFA321885446}" dt="2026-09-11T19:43:02.066" v="7406" actId="20577"/>
          <ac:spMkLst>
            <pc:docMk/>
            <pc:sldMk cId="0" sldId="300"/>
            <ac:spMk id="3" creationId="{00000000-0000-0000-0000-000000000000}"/>
          </ac:spMkLst>
        </pc:spChg>
        <pc:spChg chg="mod">
          <ac:chgData name="Steven White" userId="aa984103-a702-4fa6-abe2-8f7477a6bddf" providerId="ADAL" clId="{689ABEF0-56C0-5DA7-AED3-AFA321885446}" dt="2026-09-11T19:42:14.138" v="7385" actId="1076"/>
          <ac:spMkLst>
            <pc:docMk/>
            <pc:sldMk cId="0" sldId="300"/>
            <ac:spMk id="4" creationId="{00000000-0000-0000-0000-000000000000}"/>
          </ac:spMkLst>
        </pc:spChg>
      </pc:sldChg>
      <pc:sldChg chg="modSp add del mod">
        <pc:chgData name="Steven White" userId="aa984103-a702-4fa6-abe2-8f7477a6bddf" providerId="ADAL" clId="{689ABEF0-56C0-5DA7-AED3-AFA321885446}" dt="2026-09-11T19:42:03.701" v="7378" actId="2696"/>
        <pc:sldMkLst>
          <pc:docMk/>
          <pc:sldMk cId="0" sldId="301"/>
        </pc:sldMkLst>
        <pc:spChg chg="mod">
          <ac:chgData name="Steven White" userId="aa984103-a702-4fa6-abe2-8f7477a6bddf" providerId="ADAL" clId="{689ABEF0-56C0-5DA7-AED3-AFA321885446}" dt="2026-09-11T19:42:02.722" v="7377" actId="21"/>
          <ac:spMkLst>
            <pc:docMk/>
            <pc:sldMk cId="0" sldId="301"/>
            <ac:spMk id="6" creationId="{00000000-0000-0000-0000-000000000000}"/>
          </ac:spMkLst>
        </pc:spChg>
      </pc:sldChg>
      <pc:sldChg chg="add del">
        <pc:chgData name="Steven White" userId="aa984103-a702-4fa6-abe2-8f7477a6bddf" providerId="ADAL" clId="{689ABEF0-56C0-5DA7-AED3-AFA321885446}" dt="2026-09-11T19:42:04.216" v="7379" actId="2696"/>
        <pc:sldMkLst>
          <pc:docMk/>
          <pc:sldMk cId="0" sldId="302"/>
        </pc:sldMkLst>
      </pc:sldChg>
      <pc:sldChg chg="addSp modSp add mod ord modNotesTx">
        <pc:chgData name="Steven White" userId="aa984103-a702-4fa6-abe2-8f7477a6bddf" providerId="ADAL" clId="{689ABEF0-56C0-5DA7-AED3-AFA321885446}" dt="2026-09-11T20:14:07.279" v="10168" actId="20577"/>
        <pc:sldMkLst>
          <pc:docMk/>
          <pc:sldMk cId="0" sldId="303"/>
        </pc:sldMkLst>
        <pc:spChg chg="mod">
          <ac:chgData name="Steven White" userId="aa984103-a702-4fa6-abe2-8f7477a6bddf" providerId="ADAL" clId="{689ABEF0-56C0-5DA7-AED3-AFA321885446}" dt="2026-09-11T19:47:20.649" v="7449" actId="20577"/>
          <ac:spMkLst>
            <pc:docMk/>
            <pc:sldMk cId="0" sldId="303"/>
            <ac:spMk id="2" creationId="{00000000-0000-0000-0000-000000000000}"/>
          </ac:spMkLst>
        </pc:spChg>
        <pc:picChg chg="add mod">
          <ac:chgData name="Steven White" userId="aa984103-a702-4fa6-abe2-8f7477a6bddf" providerId="ADAL" clId="{689ABEF0-56C0-5DA7-AED3-AFA321885446}" dt="2026-09-11T19:40:15.504" v="7288" actId="1076"/>
          <ac:picMkLst>
            <pc:docMk/>
            <pc:sldMk cId="0" sldId="303"/>
            <ac:picMk id="7" creationId="{4EB3B204-33EC-4211-7EBD-58CF075609B6}"/>
          </ac:picMkLst>
        </pc:picChg>
      </pc:sldChg>
      <pc:sldChg chg="addSp delSp modSp add mod ord modAnim modNotesTx">
        <pc:chgData name="Steven White" userId="aa984103-a702-4fa6-abe2-8f7477a6bddf" providerId="ADAL" clId="{689ABEF0-56C0-5DA7-AED3-AFA321885446}" dt="2026-09-11T20:13:38.359" v="10165"/>
        <pc:sldMkLst>
          <pc:docMk/>
          <pc:sldMk cId="0" sldId="304"/>
        </pc:sldMkLst>
        <pc:spChg chg="del mod">
          <ac:chgData name="Steven White" userId="aa984103-a702-4fa6-abe2-8f7477a6bddf" providerId="ADAL" clId="{689ABEF0-56C0-5DA7-AED3-AFA321885446}" dt="2026-09-11T19:39:32.580" v="7251" actId="478"/>
          <ac:spMkLst>
            <pc:docMk/>
            <pc:sldMk cId="0" sldId="304"/>
            <ac:spMk id="4" creationId="{00000000-0000-0000-0000-000000000000}"/>
          </ac:spMkLst>
        </pc:spChg>
        <pc:spChg chg="mod">
          <ac:chgData name="Steven White" userId="aa984103-a702-4fa6-abe2-8f7477a6bddf" providerId="ADAL" clId="{689ABEF0-56C0-5DA7-AED3-AFA321885446}" dt="2026-09-11T19:39:08.880" v="7244" actId="14100"/>
          <ac:spMkLst>
            <pc:docMk/>
            <pc:sldMk cId="0" sldId="304"/>
            <ac:spMk id="6" creationId="{00000000-0000-0000-0000-000000000000}"/>
          </ac:spMkLst>
        </pc:spChg>
        <pc:spChg chg="del mod">
          <ac:chgData name="Steven White" userId="aa984103-a702-4fa6-abe2-8f7477a6bddf" providerId="ADAL" clId="{689ABEF0-56C0-5DA7-AED3-AFA321885446}" dt="2026-09-11T19:38:27.388" v="7216" actId="478"/>
          <ac:spMkLst>
            <pc:docMk/>
            <pc:sldMk cId="0" sldId="304"/>
            <ac:spMk id="7" creationId="{00000000-0000-0000-0000-000000000000}"/>
          </ac:spMkLst>
        </pc:spChg>
        <pc:spChg chg="add mod">
          <ac:chgData name="Steven White" userId="aa984103-a702-4fa6-abe2-8f7477a6bddf" providerId="ADAL" clId="{689ABEF0-56C0-5DA7-AED3-AFA321885446}" dt="2026-09-11T19:39:46.538" v="7283" actId="1076"/>
          <ac:spMkLst>
            <pc:docMk/>
            <pc:sldMk cId="0" sldId="304"/>
            <ac:spMk id="9" creationId="{F7825BA6-C8DB-0CA4-9AA8-96F6393F75AF}"/>
          </ac:spMkLst>
        </pc:spChg>
        <pc:graphicFrameChg chg="mod modGraphic">
          <ac:chgData name="Steven White" userId="aa984103-a702-4fa6-abe2-8f7477a6bddf" providerId="ADAL" clId="{689ABEF0-56C0-5DA7-AED3-AFA321885446}" dt="2026-09-11T20:13:31.342" v="10164" actId="14100"/>
          <ac:graphicFrameMkLst>
            <pc:docMk/>
            <pc:sldMk cId="0" sldId="304"/>
            <ac:graphicFrameMk id="3" creationId="{00000000-0000-0000-0000-000000000000}"/>
          </ac:graphicFrameMkLst>
        </pc:graphicFrameChg>
        <pc:picChg chg="mod">
          <ac:chgData name="Steven White" userId="aa984103-a702-4fa6-abe2-8f7477a6bddf" providerId="ADAL" clId="{689ABEF0-56C0-5DA7-AED3-AFA321885446}" dt="2026-09-11T19:39:18.539" v="7247" actId="1076"/>
          <ac:picMkLst>
            <pc:docMk/>
            <pc:sldMk cId="0" sldId="304"/>
            <ac:picMk id="5" creationId="{00000000-0000-0000-0000-000000000000}"/>
          </ac:picMkLst>
        </pc:picChg>
      </pc:sldChg>
      <pc:sldChg chg="add del">
        <pc:chgData name="Steven White" userId="aa984103-a702-4fa6-abe2-8f7477a6bddf" providerId="ADAL" clId="{689ABEF0-56C0-5DA7-AED3-AFA321885446}" dt="2026-09-11T19:40:35.390" v="7289" actId="2696"/>
        <pc:sldMkLst>
          <pc:docMk/>
          <pc:sldMk cId="0" sldId="305"/>
        </pc:sldMkLst>
      </pc:sldChg>
      <pc:sldChg chg="modSp add del mod">
        <pc:chgData name="Steven White" userId="aa984103-a702-4fa6-abe2-8f7477a6bddf" providerId="ADAL" clId="{689ABEF0-56C0-5DA7-AED3-AFA321885446}" dt="2026-09-11T19:54:53.492" v="8302" actId="2696"/>
        <pc:sldMkLst>
          <pc:docMk/>
          <pc:sldMk cId="0" sldId="306"/>
        </pc:sldMkLst>
        <pc:picChg chg="mod">
          <ac:chgData name="Steven White" userId="aa984103-a702-4fa6-abe2-8f7477a6bddf" providerId="ADAL" clId="{689ABEF0-56C0-5DA7-AED3-AFA321885446}" dt="2026-09-11T19:52:04.240" v="7981" actId="1076"/>
          <ac:picMkLst>
            <pc:docMk/>
            <pc:sldMk cId="0" sldId="306"/>
            <ac:picMk id="3" creationId="{00000000-0000-0000-0000-000000000000}"/>
          </ac:picMkLst>
        </pc:picChg>
      </pc:sldChg>
      <pc:sldChg chg="modSp add del mod">
        <pc:chgData name="Steven White" userId="aa984103-a702-4fa6-abe2-8f7477a6bddf" providerId="ADAL" clId="{689ABEF0-56C0-5DA7-AED3-AFA321885446}" dt="2026-09-11T19:55:26.933" v="8383" actId="2696"/>
        <pc:sldMkLst>
          <pc:docMk/>
          <pc:sldMk cId="0" sldId="307"/>
        </pc:sldMkLst>
        <pc:spChg chg="mod">
          <ac:chgData name="Steven White" userId="aa984103-a702-4fa6-abe2-8f7477a6bddf" providerId="ADAL" clId="{689ABEF0-56C0-5DA7-AED3-AFA321885446}" dt="2026-09-11T19:52:17.525" v="7982" actId="1076"/>
          <ac:spMkLst>
            <pc:docMk/>
            <pc:sldMk cId="0" sldId="307"/>
            <ac:spMk id="2" creationId="{00000000-0000-0000-0000-000000000000}"/>
          </ac:spMkLst>
        </pc:spChg>
      </pc:sldChg>
      <pc:sldChg chg="add del">
        <pc:chgData name="Steven White" userId="aa984103-a702-4fa6-abe2-8f7477a6bddf" providerId="ADAL" clId="{689ABEF0-56C0-5DA7-AED3-AFA321885446}" dt="2026-09-11T19:55:27.664" v="8384" actId="2696"/>
        <pc:sldMkLst>
          <pc:docMk/>
          <pc:sldMk cId="0" sldId="308"/>
        </pc:sldMkLst>
      </pc:sldChg>
      <pc:sldChg chg="add del">
        <pc:chgData name="Steven White" userId="aa984103-a702-4fa6-abe2-8f7477a6bddf" providerId="ADAL" clId="{689ABEF0-56C0-5DA7-AED3-AFA321885446}" dt="2026-09-11T19:55:28.867" v="8385" actId="2696"/>
        <pc:sldMkLst>
          <pc:docMk/>
          <pc:sldMk cId="0" sldId="309"/>
        </pc:sldMkLst>
      </pc:sldChg>
      <pc:sldChg chg="modSp add mod ord">
        <pc:chgData name="Steven White" userId="aa984103-a702-4fa6-abe2-8f7477a6bddf" providerId="ADAL" clId="{689ABEF0-56C0-5DA7-AED3-AFA321885446}" dt="2026-09-11T20:23:41.690" v="10326" actId="20577"/>
        <pc:sldMkLst>
          <pc:docMk/>
          <pc:sldMk cId="0" sldId="310"/>
        </pc:sldMkLst>
        <pc:spChg chg="mod">
          <ac:chgData name="Steven White" userId="aa984103-a702-4fa6-abe2-8f7477a6bddf" providerId="ADAL" clId="{689ABEF0-56C0-5DA7-AED3-AFA321885446}" dt="2026-09-11T19:52:35.689" v="7999" actId="20577"/>
          <ac:spMkLst>
            <pc:docMk/>
            <pc:sldMk cId="0" sldId="310"/>
            <ac:spMk id="2" creationId="{00000000-0000-0000-0000-000000000000}"/>
          </ac:spMkLst>
        </pc:spChg>
        <pc:spChg chg="mod">
          <ac:chgData name="Steven White" userId="aa984103-a702-4fa6-abe2-8f7477a6bddf" providerId="ADAL" clId="{689ABEF0-56C0-5DA7-AED3-AFA321885446}" dt="2026-09-11T20:23:41.690" v="10326" actId="20577"/>
          <ac:spMkLst>
            <pc:docMk/>
            <pc:sldMk cId="0" sldId="310"/>
            <ac:spMk id="3" creationId="{00000000-0000-0000-0000-000000000000}"/>
          </ac:spMkLst>
        </pc:spChg>
      </pc:sldChg>
      <pc:sldChg chg="modSp add mod">
        <pc:chgData name="Steven White" userId="aa984103-a702-4fa6-abe2-8f7477a6bddf" providerId="ADAL" clId="{689ABEF0-56C0-5DA7-AED3-AFA321885446}" dt="2026-09-11T20:17:37.900" v="10221" actId="113"/>
        <pc:sldMkLst>
          <pc:docMk/>
          <pc:sldMk cId="0" sldId="311"/>
        </pc:sldMkLst>
        <pc:spChg chg="mod">
          <ac:chgData name="Steven White" userId="aa984103-a702-4fa6-abe2-8f7477a6bddf" providerId="ADAL" clId="{689ABEF0-56C0-5DA7-AED3-AFA321885446}" dt="2026-09-11T20:07:29.922" v="9381" actId="20577"/>
          <ac:spMkLst>
            <pc:docMk/>
            <pc:sldMk cId="0" sldId="311"/>
            <ac:spMk id="2" creationId="{00000000-0000-0000-0000-000000000000}"/>
          </ac:spMkLst>
        </pc:spChg>
        <pc:spChg chg="mod">
          <ac:chgData name="Steven White" userId="aa984103-a702-4fa6-abe2-8f7477a6bddf" providerId="ADAL" clId="{689ABEF0-56C0-5DA7-AED3-AFA321885446}" dt="2026-09-11T20:17:37.900" v="10221" actId="113"/>
          <ac:spMkLst>
            <pc:docMk/>
            <pc:sldMk cId="0" sldId="311"/>
            <ac:spMk id="4" creationId="{00000000-0000-0000-0000-000000000000}"/>
          </ac:spMkLst>
        </pc:spChg>
        <pc:graphicFrameChg chg="mod modGraphic">
          <ac:chgData name="Steven White" userId="aa984103-a702-4fa6-abe2-8f7477a6bddf" providerId="ADAL" clId="{689ABEF0-56C0-5DA7-AED3-AFA321885446}" dt="2026-09-11T20:07:25.508" v="9380" actId="20577"/>
          <ac:graphicFrameMkLst>
            <pc:docMk/>
            <pc:sldMk cId="0" sldId="311"/>
            <ac:graphicFrameMk id="3" creationId="{00000000-0000-0000-0000-000000000000}"/>
          </ac:graphicFrameMkLst>
        </pc:graphicFrameChg>
      </pc:sldChg>
      <pc:sldChg chg="add del modNotesTx">
        <pc:chgData name="Steven White" userId="aa984103-a702-4fa6-abe2-8f7477a6bddf" providerId="ADAL" clId="{689ABEF0-56C0-5DA7-AED3-AFA321885446}" dt="2026-09-11T20:07:39.615" v="9383" actId="2696"/>
        <pc:sldMkLst>
          <pc:docMk/>
          <pc:sldMk cId="0" sldId="312"/>
        </pc:sldMkLst>
      </pc:sldChg>
      <pc:sldChg chg="addSp modSp add mod modAnim">
        <pc:chgData name="Steven White" userId="aa984103-a702-4fa6-abe2-8f7477a6bddf" providerId="ADAL" clId="{689ABEF0-56C0-5DA7-AED3-AFA321885446}" dt="2026-09-11T20:23:59.373" v="10328"/>
        <pc:sldMkLst>
          <pc:docMk/>
          <pc:sldMk cId="0" sldId="313"/>
        </pc:sldMkLst>
        <pc:spChg chg="mod">
          <ac:chgData name="Steven White" userId="aa984103-a702-4fa6-abe2-8f7477a6bddf" providerId="ADAL" clId="{689ABEF0-56C0-5DA7-AED3-AFA321885446}" dt="2026-09-11T20:08:03.640" v="9401" actId="20577"/>
          <ac:spMkLst>
            <pc:docMk/>
            <pc:sldMk cId="0" sldId="313"/>
            <ac:spMk id="2" creationId="{00000000-0000-0000-0000-000000000000}"/>
          </ac:spMkLst>
        </pc:spChg>
        <pc:spChg chg="mod">
          <ac:chgData name="Steven White" userId="aa984103-a702-4fa6-abe2-8f7477a6bddf" providerId="ADAL" clId="{689ABEF0-56C0-5DA7-AED3-AFA321885446}" dt="2026-09-11T20:11:39.097" v="10055" actId="404"/>
          <ac:spMkLst>
            <pc:docMk/>
            <pc:sldMk cId="0" sldId="313"/>
            <ac:spMk id="3" creationId="{00000000-0000-0000-0000-000000000000}"/>
          </ac:spMkLst>
        </pc:spChg>
        <pc:spChg chg="mod">
          <ac:chgData name="Steven White" userId="aa984103-a702-4fa6-abe2-8f7477a6bddf" providerId="ADAL" clId="{689ABEF0-56C0-5DA7-AED3-AFA321885446}" dt="2026-09-11T20:11:24.152" v="10046" actId="20577"/>
          <ac:spMkLst>
            <pc:docMk/>
            <pc:sldMk cId="0" sldId="313"/>
            <ac:spMk id="4" creationId="{00000000-0000-0000-0000-000000000000}"/>
          </ac:spMkLst>
        </pc:spChg>
        <pc:picChg chg="add mod">
          <ac:chgData name="Steven White" userId="aa984103-a702-4fa6-abe2-8f7477a6bddf" providerId="ADAL" clId="{689ABEF0-56C0-5DA7-AED3-AFA321885446}" dt="2026-09-11T20:11:29.360" v="10051" actId="1076"/>
          <ac:picMkLst>
            <pc:docMk/>
            <pc:sldMk cId="0" sldId="313"/>
            <ac:picMk id="5" creationId="{AE62D9D2-06A8-0B7E-CE54-A37D13FD5410}"/>
          </ac:picMkLst>
        </pc:picChg>
      </pc:sldChg>
      <pc:sldChg chg="addSp delSp modSp add mod">
        <pc:chgData name="Steven White" userId="aa984103-a702-4fa6-abe2-8f7477a6bddf" providerId="ADAL" clId="{689ABEF0-56C0-5DA7-AED3-AFA321885446}" dt="2026-09-11T20:01:18.177" v="9143"/>
        <pc:sldMkLst>
          <pc:docMk/>
          <pc:sldMk cId="0" sldId="314"/>
        </pc:sldMkLst>
        <pc:spChg chg="mod">
          <ac:chgData name="Steven White" userId="aa984103-a702-4fa6-abe2-8f7477a6bddf" providerId="ADAL" clId="{689ABEF0-56C0-5DA7-AED3-AFA321885446}" dt="2026-09-11T20:01:17.054" v="9141" actId="20577"/>
          <ac:spMkLst>
            <pc:docMk/>
            <pc:sldMk cId="0" sldId="314"/>
            <ac:spMk id="2" creationId="{00000000-0000-0000-0000-000000000000}"/>
          </ac:spMkLst>
        </pc:spChg>
        <pc:spChg chg="del mod">
          <ac:chgData name="Steven White" userId="aa984103-a702-4fa6-abe2-8f7477a6bddf" providerId="ADAL" clId="{689ABEF0-56C0-5DA7-AED3-AFA321885446}" dt="2026-09-11T20:00:19.265" v="9100" actId="478"/>
          <ac:spMkLst>
            <pc:docMk/>
            <pc:sldMk cId="0" sldId="314"/>
            <ac:spMk id="4" creationId="{00000000-0000-0000-0000-000000000000}"/>
          </ac:spMkLst>
        </pc:spChg>
        <pc:spChg chg="add del mod">
          <ac:chgData name="Steven White" userId="aa984103-a702-4fa6-abe2-8f7477a6bddf" providerId="ADAL" clId="{689ABEF0-56C0-5DA7-AED3-AFA321885446}" dt="2026-09-11T20:01:18.177" v="9143"/>
          <ac:spMkLst>
            <pc:docMk/>
            <pc:sldMk cId="0" sldId="314"/>
            <ac:spMk id="6" creationId="{0C66DC74-B5E4-C8A9-8B3C-83677BD175A7}"/>
          </ac:spMkLst>
        </pc:spChg>
        <pc:graphicFrameChg chg="modGraphic">
          <ac:chgData name="Steven White" userId="aa984103-a702-4fa6-abe2-8f7477a6bddf" providerId="ADAL" clId="{689ABEF0-56C0-5DA7-AED3-AFA321885446}" dt="2026-09-11T20:01:02.740" v="9110" actId="20577"/>
          <ac:graphicFrameMkLst>
            <pc:docMk/>
            <pc:sldMk cId="0" sldId="314"/>
            <ac:graphicFrameMk id="3" creationId="{00000000-0000-0000-0000-000000000000}"/>
          </ac:graphicFrameMkLst>
        </pc:graphicFrameChg>
      </pc:sldChg>
      <pc:sldChg chg="add del">
        <pc:chgData name="Steven White" userId="aa984103-a702-4fa6-abe2-8f7477a6bddf" providerId="ADAL" clId="{689ABEF0-56C0-5DA7-AED3-AFA321885446}" dt="2026-09-11T20:07:46.780" v="9384" actId="2696"/>
        <pc:sldMkLst>
          <pc:docMk/>
          <pc:sldMk cId="0" sldId="315"/>
        </pc:sldMkLst>
      </pc:sldChg>
      <pc:sldChg chg="add del">
        <pc:chgData name="Steven White" userId="aa984103-a702-4fa6-abe2-8f7477a6bddf" providerId="ADAL" clId="{689ABEF0-56C0-5DA7-AED3-AFA321885446}" dt="2026-09-11T20:07:48.805" v="9385" actId="2696"/>
        <pc:sldMkLst>
          <pc:docMk/>
          <pc:sldMk cId="0" sldId="316"/>
        </pc:sldMkLst>
      </pc:sldChg>
      <pc:sldChg chg="addSp delSp modSp add mod modAnim modNotesTx">
        <pc:chgData name="Steven White" userId="aa984103-a702-4fa6-abe2-8f7477a6bddf" providerId="ADAL" clId="{689ABEF0-56C0-5DA7-AED3-AFA321885446}" dt="2026-09-11T20:07:53.882" v="9387" actId="20577"/>
        <pc:sldMkLst>
          <pc:docMk/>
          <pc:sldMk cId="0" sldId="317"/>
        </pc:sldMkLst>
        <pc:spChg chg="mod">
          <ac:chgData name="Steven White" userId="aa984103-a702-4fa6-abe2-8f7477a6bddf" providerId="ADAL" clId="{689ABEF0-56C0-5DA7-AED3-AFA321885446}" dt="2026-09-11T19:57:04.528" v="8583" actId="403"/>
          <ac:spMkLst>
            <pc:docMk/>
            <pc:sldMk cId="0" sldId="317"/>
            <ac:spMk id="3" creationId="{00000000-0000-0000-0000-000000000000}"/>
          </ac:spMkLst>
        </pc:spChg>
        <pc:spChg chg="del mod">
          <ac:chgData name="Steven White" userId="aa984103-a702-4fa6-abe2-8f7477a6bddf" providerId="ADAL" clId="{689ABEF0-56C0-5DA7-AED3-AFA321885446}" dt="2026-09-11T19:56:45.762" v="8577"/>
          <ac:spMkLst>
            <pc:docMk/>
            <pc:sldMk cId="0" sldId="317"/>
            <ac:spMk id="4" creationId="{00000000-0000-0000-0000-000000000000}"/>
          </ac:spMkLst>
        </pc:spChg>
        <pc:spChg chg="add mod">
          <ac:chgData name="Steven White" userId="aa984103-a702-4fa6-abe2-8f7477a6bddf" providerId="ADAL" clId="{689ABEF0-56C0-5DA7-AED3-AFA321885446}" dt="2026-09-11T19:57:01.323" v="8582" actId="1076"/>
          <ac:spMkLst>
            <pc:docMk/>
            <pc:sldMk cId="0" sldId="317"/>
            <ac:spMk id="6" creationId="{1352C190-4D35-0711-88B4-667565F06CBA}"/>
          </ac:spMkLst>
        </pc:spChg>
        <pc:spChg chg="add mod">
          <ac:chgData name="Steven White" userId="aa984103-a702-4fa6-abe2-8f7477a6bddf" providerId="ADAL" clId="{689ABEF0-56C0-5DA7-AED3-AFA321885446}" dt="2026-09-11T19:59:54.855" v="9098" actId="1076"/>
          <ac:spMkLst>
            <pc:docMk/>
            <pc:sldMk cId="0" sldId="317"/>
            <ac:spMk id="7" creationId="{BB5A5838-6131-F42A-4B5E-AB4FFB18B48D}"/>
          </ac:spMkLst>
        </pc:spChg>
      </pc:sldChg>
      <pc:sldChg chg="add del">
        <pc:chgData name="Steven White" userId="aa984103-a702-4fa6-abe2-8f7477a6bddf" providerId="ADAL" clId="{689ABEF0-56C0-5DA7-AED3-AFA321885446}" dt="2026-09-11T19:57:10.623" v="8585" actId="2696"/>
        <pc:sldMkLst>
          <pc:docMk/>
          <pc:sldMk cId="0" sldId="318"/>
        </pc:sldMkLst>
      </pc:sldChg>
      <pc:sldChg chg="modSp new mod">
        <pc:chgData name="Steven White" userId="aa984103-a702-4fa6-abe2-8f7477a6bddf" providerId="ADAL" clId="{689ABEF0-56C0-5DA7-AED3-AFA321885446}" dt="2026-09-11T19:51:44.439" v="7978" actId="20577"/>
        <pc:sldMkLst>
          <pc:docMk/>
          <pc:sldMk cId="1675718436" sldId="319"/>
        </pc:sldMkLst>
        <pc:spChg chg="mod">
          <ac:chgData name="Steven White" userId="aa984103-a702-4fa6-abe2-8f7477a6bddf" providerId="ADAL" clId="{689ABEF0-56C0-5DA7-AED3-AFA321885446}" dt="2026-09-11T19:48:44.167" v="7734" actId="313"/>
          <ac:spMkLst>
            <pc:docMk/>
            <pc:sldMk cId="1675718436" sldId="319"/>
            <ac:spMk id="2" creationId="{20F88BF7-BCE4-AF0C-C57E-4D6FC2A5CF9D}"/>
          </ac:spMkLst>
        </pc:spChg>
        <pc:spChg chg="mod">
          <ac:chgData name="Steven White" userId="aa984103-a702-4fa6-abe2-8f7477a6bddf" providerId="ADAL" clId="{689ABEF0-56C0-5DA7-AED3-AFA321885446}" dt="2026-09-11T19:51:44.439" v="7978" actId="20577"/>
          <ac:spMkLst>
            <pc:docMk/>
            <pc:sldMk cId="1675718436" sldId="319"/>
            <ac:spMk id="3" creationId="{644EC94F-6FF4-6483-5A7F-1C7B0C56F137}"/>
          </ac:spMkLst>
        </pc:spChg>
      </pc:sldChg>
      <pc:sldChg chg="addSp delSp modSp new mod">
        <pc:chgData name="Steven White" userId="aa984103-a702-4fa6-abe2-8f7477a6bddf" providerId="ADAL" clId="{689ABEF0-56C0-5DA7-AED3-AFA321885446}" dt="2026-09-11T20:17:06.386" v="10216" actId="1076"/>
        <pc:sldMkLst>
          <pc:docMk/>
          <pc:sldMk cId="2815792153" sldId="320"/>
        </pc:sldMkLst>
        <pc:spChg chg="mod">
          <ac:chgData name="Steven White" userId="aa984103-a702-4fa6-abe2-8f7477a6bddf" providerId="ADAL" clId="{689ABEF0-56C0-5DA7-AED3-AFA321885446}" dt="2026-09-11T20:12:05.690" v="10103" actId="20577"/>
          <ac:spMkLst>
            <pc:docMk/>
            <pc:sldMk cId="2815792153" sldId="320"/>
            <ac:spMk id="2" creationId="{8109EA47-78A9-CE51-E013-939B1A94D697}"/>
          </ac:spMkLst>
        </pc:spChg>
        <pc:spChg chg="del mod">
          <ac:chgData name="Steven White" userId="aa984103-a702-4fa6-abe2-8f7477a6bddf" providerId="ADAL" clId="{689ABEF0-56C0-5DA7-AED3-AFA321885446}" dt="2026-09-11T20:05:15.605" v="9203" actId="478"/>
          <ac:spMkLst>
            <pc:docMk/>
            <pc:sldMk cId="2815792153" sldId="320"/>
            <ac:spMk id="3" creationId="{F98F7AB6-BB4B-BF60-5F54-573947374C6D}"/>
          </ac:spMkLst>
        </pc:spChg>
        <pc:picChg chg="add mod modCrop">
          <ac:chgData name="Steven White" userId="aa984103-a702-4fa6-abe2-8f7477a6bddf" providerId="ADAL" clId="{689ABEF0-56C0-5DA7-AED3-AFA321885446}" dt="2026-09-11T20:17:06.386" v="10216" actId="1076"/>
          <ac:picMkLst>
            <pc:docMk/>
            <pc:sldMk cId="2815792153" sldId="320"/>
            <ac:picMk id="4" creationId="{8D9793B1-4983-5DC1-FA19-61019C165056}"/>
          </ac:picMkLst>
        </pc:picChg>
      </pc:sldChg>
      <pc:sldChg chg="addSp delSp modSp new mod">
        <pc:chgData name="Steven White" userId="aa984103-a702-4fa6-abe2-8f7477a6bddf" providerId="ADAL" clId="{689ABEF0-56C0-5DA7-AED3-AFA321885446}" dt="2026-09-11T20:17:17.144" v="10220" actId="1076"/>
        <pc:sldMkLst>
          <pc:docMk/>
          <pc:sldMk cId="3881677016" sldId="321"/>
        </pc:sldMkLst>
        <pc:spChg chg="mod">
          <ac:chgData name="Steven White" userId="aa984103-a702-4fa6-abe2-8f7477a6bddf" providerId="ADAL" clId="{689ABEF0-56C0-5DA7-AED3-AFA321885446}" dt="2026-09-11T20:12:43.592" v="10112" actId="14100"/>
          <ac:spMkLst>
            <pc:docMk/>
            <pc:sldMk cId="3881677016" sldId="321"/>
            <ac:spMk id="2" creationId="{B99DE404-0874-3BFD-0432-469F39A46E3F}"/>
          </ac:spMkLst>
        </pc:spChg>
        <pc:spChg chg="del">
          <ac:chgData name="Steven White" userId="aa984103-a702-4fa6-abe2-8f7477a6bddf" providerId="ADAL" clId="{689ABEF0-56C0-5DA7-AED3-AFA321885446}" dt="2026-09-11T20:05:09.565" v="9200" actId="478"/>
          <ac:spMkLst>
            <pc:docMk/>
            <pc:sldMk cId="3881677016" sldId="321"/>
            <ac:spMk id="3" creationId="{3CAB995E-AF78-DB11-FF10-C89F925BF084}"/>
          </ac:spMkLst>
        </pc:spChg>
        <pc:picChg chg="add mod">
          <ac:chgData name="Steven White" userId="aa984103-a702-4fa6-abe2-8f7477a6bddf" providerId="ADAL" clId="{689ABEF0-56C0-5DA7-AED3-AFA321885446}" dt="2026-09-11T20:17:17.144" v="10220" actId="1076"/>
          <ac:picMkLst>
            <pc:docMk/>
            <pc:sldMk cId="3881677016" sldId="321"/>
            <ac:picMk id="4" creationId="{A50EB6D0-F2BF-6DD2-E107-D3B086BD2DAF}"/>
          </ac:picMkLst>
        </pc:picChg>
      </pc:sldChg>
      <pc:sldChg chg="addSp delSp modSp new mod">
        <pc:chgData name="Steven White" userId="aa984103-a702-4fa6-abe2-8f7477a6bddf" providerId="ADAL" clId="{689ABEF0-56C0-5DA7-AED3-AFA321885446}" dt="2026-09-11T20:13:12.615" v="10160" actId="113"/>
        <pc:sldMkLst>
          <pc:docMk/>
          <pc:sldMk cId="4196739104" sldId="322"/>
        </pc:sldMkLst>
        <pc:spChg chg="mod">
          <ac:chgData name="Steven White" userId="aa984103-a702-4fa6-abe2-8f7477a6bddf" providerId="ADAL" clId="{689ABEF0-56C0-5DA7-AED3-AFA321885446}" dt="2026-09-11T20:13:12.615" v="10160" actId="113"/>
          <ac:spMkLst>
            <pc:docMk/>
            <pc:sldMk cId="4196739104" sldId="322"/>
            <ac:spMk id="2" creationId="{BD30D332-D58A-B833-5575-52DC0D8AFFC8}"/>
          </ac:spMkLst>
        </pc:spChg>
        <pc:picChg chg="add del mod">
          <ac:chgData name="Steven White" userId="aa984103-a702-4fa6-abe2-8f7477a6bddf" providerId="ADAL" clId="{689ABEF0-56C0-5DA7-AED3-AFA321885446}" dt="2026-09-11T20:03:57.096" v="9151" actId="478"/>
          <ac:picMkLst>
            <pc:docMk/>
            <pc:sldMk cId="4196739104" sldId="322"/>
            <ac:picMk id="4" creationId="{AF29E338-08CD-8EE8-1A3E-3F6E8C60AB76}"/>
          </ac:picMkLst>
        </pc:picChg>
        <pc:picChg chg="add mod">
          <ac:chgData name="Steven White" userId="aa984103-a702-4fa6-abe2-8f7477a6bddf" providerId="ADAL" clId="{689ABEF0-56C0-5DA7-AED3-AFA321885446}" dt="2026-09-11T20:13:00.142" v="10113" actId="14100"/>
          <ac:picMkLst>
            <pc:docMk/>
            <pc:sldMk cId="4196739104" sldId="322"/>
            <ac:picMk id="5" creationId="{D722CB9C-9B99-6D60-F5B3-79EC26C7F70D}"/>
          </ac:picMkLst>
        </pc:picChg>
      </pc:sldChg>
      <pc:sldMasterChg chg="modSldLayout">
        <pc:chgData name="Steven White" userId="aa984103-a702-4fa6-abe2-8f7477a6bddf" providerId="ADAL" clId="{689ABEF0-56C0-5DA7-AED3-AFA321885446}" dt="2026-09-11T16:48:03.139" v="2707" actId="14100"/>
        <pc:sldMasterMkLst>
          <pc:docMk/>
          <pc:sldMasterMk cId="1826244444" sldId="2147483660"/>
        </pc:sldMasterMkLst>
        <pc:sldLayoutChg chg="delSp modSp mod">
          <pc:chgData name="Steven White" userId="aa984103-a702-4fa6-abe2-8f7477a6bddf" providerId="ADAL" clId="{689ABEF0-56C0-5DA7-AED3-AFA321885446}" dt="2026-09-11T16:48:03.139" v="2707" actId="14100"/>
          <pc:sldLayoutMkLst>
            <pc:docMk/>
            <pc:sldMasterMk cId="1826244444" sldId="2147483660"/>
            <pc:sldLayoutMk cId="846384106" sldId="2147483662"/>
          </pc:sldLayoutMkLst>
          <pc:spChg chg="mod">
            <ac:chgData name="Steven White" userId="aa984103-a702-4fa6-abe2-8f7477a6bddf" providerId="ADAL" clId="{689ABEF0-56C0-5DA7-AED3-AFA321885446}" dt="2026-09-11T16:47:49.989" v="2688" actId="14100"/>
            <ac:spMkLst>
              <pc:docMk/>
              <pc:sldMasterMk cId="1826244444" sldId="2147483660"/>
              <pc:sldLayoutMk cId="846384106" sldId="2147483662"/>
              <ac:spMk id="2" creationId="{00000000-0000-0000-0000-000000000000}"/>
            </ac:spMkLst>
          </pc:spChg>
          <pc:spChg chg="mod">
            <ac:chgData name="Steven White" userId="aa984103-a702-4fa6-abe2-8f7477a6bddf" providerId="ADAL" clId="{689ABEF0-56C0-5DA7-AED3-AFA321885446}" dt="2026-09-11T16:48:03.139" v="2707" actId="14100"/>
            <ac:spMkLst>
              <pc:docMk/>
              <pc:sldMasterMk cId="1826244444" sldId="2147483660"/>
              <pc:sldLayoutMk cId="846384106" sldId="2147483662"/>
              <ac:spMk id="3" creationId="{00000000-0000-0000-0000-000000000000}"/>
            </ac:spMkLst>
          </pc:spChg>
          <pc:spChg chg="del">
            <ac:chgData name="Steven White" userId="aa984103-a702-4fa6-abe2-8f7477a6bddf" providerId="ADAL" clId="{689ABEF0-56C0-5DA7-AED3-AFA321885446}" dt="2026-09-11T16:47:57.864" v="2704" actId="478"/>
            <ac:spMkLst>
              <pc:docMk/>
              <pc:sldMasterMk cId="1826244444" sldId="2147483660"/>
              <pc:sldLayoutMk cId="846384106" sldId="2147483662"/>
              <ac:spMk id="4" creationId="{00000000-0000-0000-0000-000000000000}"/>
            </ac:spMkLst>
          </pc:spChg>
          <pc:spChg chg="del">
            <ac:chgData name="Steven White" userId="aa984103-a702-4fa6-abe2-8f7477a6bddf" providerId="ADAL" clId="{689ABEF0-56C0-5DA7-AED3-AFA321885446}" dt="2026-09-11T16:47:59.101" v="2705" actId="478"/>
            <ac:spMkLst>
              <pc:docMk/>
              <pc:sldMasterMk cId="1826244444" sldId="2147483660"/>
              <pc:sldLayoutMk cId="846384106" sldId="2147483662"/>
              <ac:spMk id="5" creationId="{00000000-0000-0000-0000-000000000000}"/>
            </ac:spMkLst>
          </pc:spChg>
          <pc:spChg chg="del">
            <ac:chgData name="Steven White" userId="aa984103-a702-4fa6-abe2-8f7477a6bddf" providerId="ADAL" clId="{689ABEF0-56C0-5DA7-AED3-AFA321885446}" dt="2026-09-11T16:48:00.389" v="2706" actId="478"/>
            <ac:spMkLst>
              <pc:docMk/>
              <pc:sldMasterMk cId="1826244444" sldId="2147483660"/>
              <pc:sldLayoutMk cId="846384106" sldId="2147483662"/>
              <ac:spMk id="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9A2C51-5F95-E74C-84E5-3EE9B8CC253D}" type="datetimeFigureOut">
              <a:rPr lang="en-US" smtClean="0"/>
              <a:t>9/11/26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12988-B8FA-F14A-BE77-BC9E4D5C007B}" type="slidenum">
              <a:rPr lang="en-US" smtClean="0"/>
              <a:t>‹#›</a:t>
            </a:fld>
            <a:endParaRPr lang="en-US"/>
          </a:p>
        </p:txBody>
      </p:sp>
    </p:spTree>
    <p:extLst>
      <p:ext uri="{BB962C8B-B14F-4D97-AF65-F5344CB8AC3E}">
        <p14:creationId xmlns:p14="http://schemas.microsoft.com/office/powerpoint/2010/main" val="803460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Roughly 8-10 minutes. Three questions. Warn them up front that the science section is "real but modest" so nobody senior objects.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Briquet showed prior abuse raised the risk; Freud moved the focus from events to repressed (usually sexual) wishes "converted" into symptoms. The old model never explained how a wish becomes a weak leg, why the same exposure gives different people different symptoms, the long latency, or the many patients with no event at all. Room for a Charcot/Salpetriere image here if you want 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Ludwig 2018 is the definitive risk-factor dataset (Edinburgh group; Stone and Nicholson senior authors). Childhood emotional neglect OR 5.6, physical abuse OR 3.9, sexual abuse OR 3.3, stressful life event in the year before onset OR 2.8. Two points beat any single number: all 13 studies that specifically screened found patients with no stressor (range 0-77%), and against psychiatric rather than healthy controls the effect drops from OR 8.6 to OR 2.0 -- adversity is a general psychiatric risk factor, not something specific to FND. That is why DSM-5 dropped the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plainly and nobody senior will object -- it is the field's own audit. The useful takeaway: the model is coherent and partially tested (it predicted the loss of sensory attenuation and intentional binding before they were measured), but it is a maintenance account with no biomarker, no causal account of onset, and no mechanism-targeted therapy.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joke is on purpose: the naive mapping from finding to drug is exactly what the field warns against. Benzodiazepines, gabapentinoids and opioids are the drugs FND clinics most often taper. TMS: small, mostly unblinded studies that cannot separate cortical from expectation effects.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Nielsen 2015 consensus: retrain automatic rather than consciously controlled movement; external goal focus; weight-shifting before complex movement; novel movements access normal patterns; video/mirror feedback; avoid the aids and guarding that reinforce the symptom model. The sequence: demonstrate normal movement is accessible -&gt; reduce attention/threat/avoidance -&gt; practise automatic movement -&gt; generalise to daily life.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Glenn Nielsen (physiotherapist-researcher, St George's London) with Edwards, Stone and Carson -- the field testing its own consensus protocol. 179 specialist vs 176 TAU; 89 excluded for pandemic interruption; primary analysis 138 vs 103. Primary null. Secondaries favoured specialist PT: self-rated improvement OR 2.3, SF-36 mental health +5.4 (0.9-9.8), more confidence in the diagnosis; post hoc 49% vs 38% gained &gt;=10 points. The CI excludes a large effect on physical function but not a modest one. Honest summary: specialist PT was not better than generic PT on physical function at a year, but patients felt more improved.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pointing back at the room: they re-ran the chart's reasoning in fifteen minutes and got to the right answer; her doctors took two years and a thymectomy.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F4AEC7-714F-244A-8A39-FB2167A21CD3}"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49956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698" y="136525"/>
            <a:ext cx="7886700" cy="653890"/>
          </a:xfrm>
        </p:spPr>
        <p:txBody>
          <a:bodyPr/>
          <a:lstStyle/>
          <a:p>
            <a:r>
              <a:rPr lang="en-US"/>
              <a:t>Click to edit Master title style</a:t>
            </a:r>
            <a:endParaRPr lang="en-US" dirty="0"/>
          </a:p>
        </p:txBody>
      </p:sp>
      <p:sp>
        <p:nvSpPr>
          <p:cNvPr id="3" name="Content Placeholder 2"/>
          <p:cNvSpPr>
            <a:spLocks noGrp="1"/>
          </p:cNvSpPr>
          <p:nvPr>
            <p:ph idx="1"/>
          </p:nvPr>
        </p:nvSpPr>
        <p:spPr>
          <a:xfrm>
            <a:off x="194697" y="1035211"/>
            <a:ext cx="8716828" cy="56862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6384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F4AEC7-714F-244A-8A39-FB2167A21CD3}"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749152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F4AEC7-714F-244A-8A39-FB2167A21CD3}"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80939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F4AEC7-714F-244A-8A39-FB2167A21CD3}"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56381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F4AEC7-714F-244A-8A39-FB2167A21CD3}"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1309969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F4AEC7-714F-244A-8A39-FB2167A21CD3}"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2461692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F4AEC7-714F-244A-8A39-FB2167A21CD3}"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387733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F4AEC7-714F-244A-8A39-FB2167A21CD3}"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150752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F4AEC7-714F-244A-8A39-FB2167A21CD3}"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230114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F4AEC7-714F-244A-8A39-FB2167A21CD3}"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5C32D-5714-F34C-9BFF-9425F2DC9FF4}" type="slidenum">
              <a:rPr lang="en-US" smtClean="0"/>
              <a:t>‹#›</a:t>
            </a:fld>
            <a:endParaRPr lang="en-US"/>
          </a:p>
        </p:txBody>
      </p:sp>
    </p:spTree>
    <p:extLst>
      <p:ext uri="{BB962C8B-B14F-4D97-AF65-F5344CB8AC3E}">
        <p14:creationId xmlns:p14="http://schemas.microsoft.com/office/powerpoint/2010/main" val="1164001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F4AEC7-714F-244A-8A39-FB2167A21CD3}" type="datetimeFigureOut">
              <a:rPr lang="en-US" smtClean="0"/>
              <a:t>9/11/26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15C32D-5714-F34C-9BFF-9425F2DC9FF4}" type="slidenum">
              <a:rPr lang="en-US" smtClean="0"/>
              <a:t>‹#›</a:t>
            </a:fld>
            <a:endParaRPr lang="en-US"/>
          </a:p>
        </p:txBody>
      </p:sp>
    </p:spTree>
    <p:extLst>
      <p:ext uri="{BB962C8B-B14F-4D97-AF65-F5344CB8AC3E}">
        <p14:creationId xmlns:p14="http://schemas.microsoft.com/office/powerpoint/2010/main" val="18262444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hey'll give you anything but help, the heck? : r/memes">
            <a:extLst>
              <a:ext uri="{FF2B5EF4-FFF2-40B4-BE49-F238E27FC236}">
                <a16:creationId xmlns:a16="http://schemas.microsoft.com/office/drawing/2014/main" id="{A06077C4-749D-FF0C-3CCE-139FF9F292FF}"/>
              </a:ext>
            </a:extLst>
          </p:cNvPr>
          <p:cNvPicPr>
            <a:picLocks noChangeAspect="1"/>
          </p:cNvPicPr>
          <p:nvPr/>
        </p:nvPicPr>
        <p:blipFill>
          <a:blip r:embed="rId2"/>
          <a:srcRect t="8803" r="50238" b="50275"/>
          <a:stretch>
            <a:fillRect/>
          </a:stretch>
        </p:blipFill>
        <p:spPr>
          <a:xfrm>
            <a:off x="1114154" y="1112594"/>
            <a:ext cx="3054891" cy="2049061"/>
          </a:xfrm>
          <a:prstGeom prst="rect">
            <a:avLst/>
          </a:prstGeom>
        </p:spPr>
      </p:pic>
      <p:sp>
        <p:nvSpPr>
          <p:cNvPr id="9" name="TextBox 8">
            <a:extLst>
              <a:ext uri="{FF2B5EF4-FFF2-40B4-BE49-F238E27FC236}">
                <a16:creationId xmlns:a16="http://schemas.microsoft.com/office/drawing/2014/main" id="{2855025B-A494-39A6-4DE7-67B4BBB77157}"/>
              </a:ext>
            </a:extLst>
          </p:cNvPr>
          <p:cNvSpPr txBox="1"/>
          <p:nvPr/>
        </p:nvSpPr>
        <p:spPr>
          <a:xfrm>
            <a:off x="173024" y="1216617"/>
            <a:ext cx="630301" cy="461665"/>
          </a:xfrm>
          <a:prstGeom prst="rect">
            <a:avLst/>
          </a:prstGeom>
          <a:noFill/>
        </p:spPr>
        <p:txBody>
          <a:bodyPr wrap="none" rtlCol="0">
            <a:spAutoFit/>
          </a:bodyPr>
          <a:lstStyle/>
          <a:p>
            <a:r>
              <a:rPr lang="en-US" sz="2400" b="1" dirty="0"/>
              <a:t>me</a:t>
            </a:r>
          </a:p>
        </p:txBody>
      </p:sp>
      <p:pic>
        <p:nvPicPr>
          <p:cNvPr id="10" name="Picture 9" descr="They'll give you anything but help, the heck? : r/memes">
            <a:extLst>
              <a:ext uri="{FF2B5EF4-FFF2-40B4-BE49-F238E27FC236}">
                <a16:creationId xmlns:a16="http://schemas.microsoft.com/office/drawing/2014/main" id="{B3C714B4-4FF1-FD06-E2C3-C2F189505F83}"/>
              </a:ext>
            </a:extLst>
          </p:cNvPr>
          <p:cNvPicPr>
            <a:picLocks noChangeAspect="1"/>
          </p:cNvPicPr>
          <p:nvPr/>
        </p:nvPicPr>
        <p:blipFill>
          <a:blip r:embed="rId2"/>
          <a:srcRect t="52652" r="50238"/>
          <a:stretch>
            <a:fillRect/>
          </a:stretch>
        </p:blipFill>
        <p:spPr>
          <a:xfrm>
            <a:off x="4071439" y="3858393"/>
            <a:ext cx="3250101" cy="2522334"/>
          </a:xfrm>
          <a:prstGeom prst="rect">
            <a:avLst/>
          </a:prstGeom>
        </p:spPr>
      </p:pic>
      <p:pic>
        <p:nvPicPr>
          <p:cNvPr id="11" name="Picture 10" descr="They'll give you anything but help, the heck? : r/memes">
            <a:extLst>
              <a:ext uri="{FF2B5EF4-FFF2-40B4-BE49-F238E27FC236}">
                <a16:creationId xmlns:a16="http://schemas.microsoft.com/office/drawing/2014/main" id="{B5ABFADA-EB86-7AFD-1FD5-1999DACFA33F}"/>
              </a:ext>
            </a:extLst>
          </p:cNvPr>
          <p:cNvPicPr>
            <a:picLocks noChangeAspect="1"/>
          </p:cNvPicPr>
          <p:nvPr/>
        </p:nvPicPr>
        <p:blipFill>
          <a:blip r:embed="rId2"/>
          <a:srcRect l="49762" t="8803" b="50275"/>
          <a:stretch>
            <a:fillRect/>
          </a:stretch>
        </p:blipFill>
        <p:spPr>
          <a:xfrm>
            <a:off x="4790703" y="1393795"/>
            <a:ext cx="3084160" cy="2049061"/>
          </a:xfrm>
          <a:prstGeom prst="rect">
            <a:avLst/>
          </a:prstGeom>
        </p:spPr>
      </p:pic>
      <p:cxnSp>
        <p:nvCxnSpPr>
          <p:cNvPr id="15" name="Straight Arrow Connector 14">
            <a:extLst>
              <a:ext uri="{FF2B5EF4-FFF2-40B4-BE49-F238E27FC236}">
                <a16:creationId xmlns:a16="http://schemas.microsoft.com/office/drawing/2014/main" id="{2F914F3D-0749-38F1-53E8-5C717CDF7530}"/>
              </a:ext>
            </a:extLst>
          </p:cNvPr>
          <p:cNvCxnSpPr/>
          <p:nvPr/>
        </p:nvCxnSpPr>
        <p:spPr>
          <a:xfrm>
            <a:off x="594120" y="1782305"/>
            <a:ext cx="1327670" cy="35481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E89BB64-24FF-2B05-FC1C-020B27CD140F}"/>
              </a:ext>
            </a:extLst>
          </p:cNvPr>
          <p:cNvSpPr txBox="1"/>
          <p:nvPr/>
        </p:nvSpPr>
        <p:spPr>
          <a:xfrm>
            <a:off x="6233220" y="230629"/>
            <a:ext cx="689804" cy="461665"/>
          </a:xfrm>
          <a:prstGeom prst="rect">
            <a:avLst/>
          </a:prstGeom>
          <a:noFill/>
        </p:spPr>
        <p:txBody>
          <a:bodyPr wrap="none" rtlCol="0">
            <a:spAutoFit/>
          </a:bodyPr>
          <a:lstStyle/>
          <a:p>
            <a:r>
              <a:rPr lang="en-US" sz="2400" b="1" dirty="0"/>
              <a:t>you</a:t>
            </a:r>
          </a:p>
        </p:txBody>
      </p:sp>
      <p:cxnSp>
        <p:nvCxnSpPr>
          <p:cNvPr id="17" name="Straight Arrow Connector 16">
            <a:extLst>
              <a:ext uri="{FF2B5EF4-FFF2-40B4-BE49-F238E27FC236}">
                <a16:creationId xmlns:a16="http://schemas.microsoft.com/office/drawing/2014/main" id="{8B14D4FA-911A-B2F3-119E-7C274E121A83}"/>
              </a:ext>
            </a:extLst>
          </p:cNvPr>
          <p:cNvCxnSpPr>
            <a:cxnSpLocks/>
          </p:cNvCxnSpPr>
          <p:nvPr/>
        </p:nvCxnSpPr>
        <p:spPr>
          <a:xfrm flipH="1">
            <a:off x="5696490" y="886318"/>
            <a:ext cx="881632" cy="74731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E42ADE6-E62D-2401-3A85-6375CF6335F5}"/>
              </a:ext>
            </a:extLst>
          </p:cNvPr>
          <p:cNvSpPr txBox="1"/>
          <p:nvPr/>
        </p:nvSpPr>
        <p:spPr>
          <a:xfrm>
            <a:off x="1114154" y="4260210"/>
            <a:ext cx="2438873" cy="1569660"/>
          </a:xfrm>
          <a:prstGeom prst="rect">
            <a:avLst/>
          </a:prstGeom>
          <a:noFill/>
        </p:spPr>
        <p:txBody>
          <a:bodyPr wrap="none" rtlCol="0">
            <a:spAutoFit/>
          </a:bodyPr>
          <a:lstStyle/>
          <a:p>
            <a:pPr algn="ctr"/>
            <a:r>
              <a:rPr lang="en-US" sz="3200" b="1" dirty="0"/>
              <a:t>questions</a:t>
            </a:r>
          </a:p>
          <a:p>
            <a:pPr algn="ctr"/>
            <a:r>
              <a:rPr lang="en-US" sz="3200" b="1" dirty="0"/>
              <a:t>are also</a:t>
            </a:r>
          </a:p>
          <a:p>
            <a:pPr algn="ctr"/>
            <a:r>
              <a:rPr lang="en-US" sz="3200" b="1" dirty="0"/>
              <a:t>appreciated</a:t>
            </a:r>
          </a:p>
        </p:txBody>
      </p:sp>
    </p:spTree>
    <p:extLst>
      <p:ext uri="{BB962C8B-B14F-4D97-AF65-F5344CB8AC3E}">
        <p14:creationId xmlns:p14="http://schemas.microsoft.com/office/powerpoint/2010/main" val="283542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2050576-48EF-3210-EF02-2E35E24697D6}"/>
              </a:ext>
            </a:extLst>
          </p:cNvPr>
          <p:cNvSpPr txBox="1">
            <a:spLocks/>
          </p:cNvSpPr>
          <p:nvPr/>
        </p:nvSpPr>
        <p:spPr>
          <a:xfrm>
            <a:off x="527050" y="2425701"/>
            <a:ext cx="7886700" cy="560389"/>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NEURO709A Case Presentation</a:t>
            </a:r>
          </a:p>
        </p:txBody>
      </p:sp>
      <p:sp>
        <p:nvSpPr>
          <p:cNvPr id="5" name="Content Placeholder 2">
            <a:extLst>
              <a:ext uri="{FF2B5EF4-FFF2-40B4-BE49-F238E27FC236}">
                <a16:creationId xmlns:a16="http://schemas.microsoft.com/office/drawing/2014/main" id="{8196465F-0B52-2C65-E083-7048FA50A09A}"/>
              </a:ext>
            </a:extLst>
          </p:cNvPr>
          <p:cNvSpPr txBox="1">
            <a:spLocks/>
          </p:cNvSpPr>
          <p:nvPr/>
        </p:nvSpPr>
        <p:spPr>
          <a:xfrm>
            <a:off x="425450" y="3136900"/>
            <a:ext cx="7886700" cy="1744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Steve White</a:t>
            </a:r>
          </a:p>
          <a:p>
            <a:pPr marL="0" indent="0" algn="ctr">
              <a:buNone/>
            </a:pPr>
            <a:r>
              <a:rPr lang="en-US" dirty="0"/>
              <a:t>9/11/26</a:t>
            </a:r>
          </a:p>
        </p:txBody>
      </p:sp>
    </p:spTree>
    <p:extLst>
      <p:ext uri="{BB962C8B-B14F-4D97-AF65-F5344CB8AC3E}">
        <p14:creationId xmlns:p14="http://schemas.microsoft.com/office/powerpoint/2010/main" val="348973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EC8E07-59A9-D87E-5E9F-01186296E990}"/>
              </a:ext>
            </a:extLst>
          </p:cNvPr>
          <p:cNvSpPr>
            <a:spLocks noGrp="1"/>
          </p:cNvSpPr>
          <p:nvPr>
            <p:ph idx="1"/>
          </p:nvPr>
        </p:nvSpPr>
        <p:spPr>
          <a:xfrm>
            <a:off x="194698" y="162232"/>
            <a:ext cx="8716828" cy="6435257"/>
          </a:xfrm>
        </p:spPr>
        <p:txBody>
          <a:bodyPr>
            <a:normAutofit fontScale="85000" lnSpcReduction="20000"/>
          </a:bodyPr>
          <a:lstStyle/>
          <a:p>
            <a:pPr marL="0" indent="0">
              <a:buNone/>
            </a:pPr>
            <a:r>
              <a:rPr lang="en-US" b="1" dirty="0"/>
              <a:t>HPI:</a:t>
            </a:r>
            <a:r>
              <a:rPr lang="en-US" dirty="0"/>
              <a:t> ~40yo F post-op day 0 from o/p L vocal cord repair </a:t>
            </a:r>
          </a:p>
          <a:p>
            <a:pPr marL="0" indent="0">
              <a:buNone/>
            </a:pPr>
            <a:r>
              <a:rPr lang="en-US" dirty="0"/>
              <a:t>CC: left arm and leg weakness, double vision, can't swallow, can't walk</a:t>
            </a:r>
          </a:p>
          <a:p>
            <a:pPr marL="0" indent="0">
              <a:buNone/>
            </a:pPr>
            <a:r>
              <a:rPr lang="en-US" dirty="0"/>
              <a:t>diplopia = at rest, worse looking R or L, maybe worse at night</a:t>
            </a:r>
          </a:p>
          <a:p>
            <a:pPr marL="0" indent="0">
              <a:buNone/>
            </a:pPr>
            <a:r>
              <a:rPr lang="en-US" dirty="0"/>
              <a:t>mouth = tried to eat toast, chew ok, can’t swallow</a:t>
            </a:r>
          </a:p>
          <a:p>
            <a:pPr marL="0" indent="0">
              <a:buNone/>
            </a:pPr>
            <a:r>
              <a:rPr lang="en-US" dirty="0"/>
              <a:t>symptoms present most of the time, just worse in flares, uses walker</a:t>
            </a:r>
          </a:p>
          <a:p>
            <a:pPr marL="0" indent="0">
              <a:buNone/>
            </a:pPr>
            <a:r>
              <a:rPr lang="en-US" dirty="0"/>
              <a:t>thinks “uncontrolled pain” (6/10 s/p IV hydromorphone) and being “freaked out” from being awake during the surgery contributed</a:t>
            </a:r>
          </a:p>
          <a:p>
            <a:pPr marL="0" indent="0">
              <a:buNone/>
            </a:pPr>
            <a:r>
              <a:rPr lang="en-US" dirty="0"/>
              <a:t>onset in 2023</a:t>
            </a:r>
          </a:p>
          <a:p>
            <a:pPr marL="0" indent="0">
              <a:buNone/>
            </a:pPr>
            <a:endParaRPr lang="en-US" dirty="0"/>
          </a:p>
          <a:p>
            <a:pPr marL="0" indent="0">
              <a:buNone/>
            </a:pPr>
            <a:r>
              <a:rPr lang="en-US" b="1" dirty="0"/>
              <a:t>PMH:</a:t>
            </a:r>
            <a:r>
              <a:rPr lang="en-US" dirty="0"/>
              <a:t> ____, ____, idiopathic urinary retention, chronic abdominal pain, PTSD 2/2 </a:t>
            </a:r>
            <a:r>
              <a:rPr lang="en-US" dirty="0" err="1"/>
              <a:t>hx</a:t>
            </a:r>
            <a:r>
              <a:rPr lang="en-US" dirty="0"/>
              <a:t> abuse, 2x SA, </a:t>
            </a:r>
            <a:r>
              <a:rPr lang="en-US" dirty="0" err="1"/>
              <a:t>hx</a:t>
            </a:r>
            <a:r>
              <a:rPr lang="en-US" dirty="0"/>
              <a:t> NSSI, </a:t>
            </a:r>
            <a:r>
              <a:rPr lang="en-US" dirty="0" err="1"/>
              <a:t>hx</a:t>
            </a:r>
            <a:r>
              <a:rPr lang="en-US" dirty="0"/>
              <a:t> recurrent syncope, </a:t>
            </a:r>
            <a:r>
              <a:rPr lang="en-US" dirty="0" err="1"/>
              <a:t>esosinophilic</a:t>
            </a:r>
            <a:r>
              <a:rPr lang="en-US" dirty="0"/>
              <a:t> esophagitis, asthma</a:t>
            </a:r>
          </a:p>
          <a:p>
            <a:pPr marL="0" indent="0">
              <a:buNone/>
            </a:pPr>
            <a:r>
              <a:rPr lang="en-US" b="1" dirty="0"/>
              <a:t>Meds:</a:t>
            </a:r>
            <a:r>
              <a:rPr lang="en-US" dirty="0"/>
              <a:t> buprenorphine for bladder spasm, _____, ______, duloxetine, dupilumab, gabapentin, omeprazole</a:t>
            </a:r>
          </a:p>
          <a:p>
            <a:pPr marL="0" indent="0">
              <a:buNone/>
            </a:pPr>
            <a:r>
              <a:rPr lang="en-US" b="1" dirty="0" err="1"/>
              <a:t>SHx</a:t>
            </a:r>
            <a:r>
              <a:rPr lang="en-US" b="1" dirty="0"/>
              <a:t>:</a:t>
            </a:r>
            <a:r>
              <a:rPr lang="en-US" dirty="0"/>
              <a:t> former physical therapist		</a:t>
            </a:r>
            <a:r>
              <a:rPr lang="en-US" b="1" dirty="0" err="1"/>
              <a:t>FHx</a:t>
            </a:r>
            <a:r>
              <a:rPr lang="en-US" b="1" dirty="0"/>
              <a:t>:</a:t>
            </a:r>
            <a:r>
              <a:rPr lang="en-US" dirty="0"/>
              <a:t>  unremarkable</a:t>
            </a:r>
          </a:p>
          <a:p>
            <a:pPr marL="0" indent="0">
              <a:buNone/>
            </a:pPr>
            <a:endParaRPr lang="en-US" dirty="0"/>
          </a:p>
        </p:txBody>
      </p:sp>
    </p:spTree>
    <p:extLst>
      <p:ext uri="{BB962C8B-B14F-4D97-AF65-F5344CB8AC3E}">
        <p14:creationId xmlns:p14="http://schemas.microsoft.com/office/powerpoint/2010/main" val="131792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42CAA6-A035-F14F-0A44-83B7B192225E}"/>
              </a:ext>
            </a:extLst>
          </p:cNvPr>
          <p:cNvSpPr>
            <a:spLocks noGrp="1"/>
          </p:cNvSpPr>
          <p:nvPr>
            <p:ph idx="1"/>
          </p:nvPr>
        </p:nvSpPr>
        <p:spPr>
          <a:xfrm>
            <a:off x="213586" y="275793"/>
            <a:ext cx="8716828" cy="6264491"/>
          </a:xfrm>
        </p:spPr>
        <p:txBody>
          <a:bodyPr>
            <a:normAutofit/>
          </a:bodyPr>
          <a:lstStyle/>
          <a:p>
            <a:pPr marL="0" indent="0">
              <a:buNone/>
            </a:pPr>
            <a:r>
              <a:rPr lang="en-US" b="1" dirty="0"/>
              <a:t>Exam:</a:t>
            </a:r>
          </a:p>
          <a:p>
            <a:pPr marL="0" indent="0">
              <a:buNone/>
            </a:pPr>
            <a:r>
              <a:rPr lang="en-US" i="1" dirty="0"/>
              <a:t>CN:</a:t>
            </a:r>
            <a:r>
              <a:rPr lang="en-US" dirty="0"/>
              <a:t> can’t elevate eyes, no ptosis, no deconjugate gaze, no dysarthria, voice is a little hoarse</a:t>
            </a:r>
          </a:p>
          <a:p>
            <a:pPr marL="0" indent="0">
              <a:buNone/>
            </a:pPr>
            <a:r>
              <a:rPr lang="en-US" i="1" dirty="0"/>
              <a:t>motor:</a:t>
            </a:r>
            <a:r>
              <a:rPr lang="en-US" dirty="0"/>
              <a:t> 4/5 L UE, ~5/5 LLE, o/w 5/5, give-way weakness on L elbow extension</a:t>
            </a:r>
          </a:p>
          <a:p>
            <a:pPr marL="0" indent="0">
              <a:buNone/>
            </a:pPr>
            <a:r>
              <a:rPr lang="en-US" dirty="0"/>
              <a:t>reports fatigue doing repetitive arm abduction within ~10s, bl UE strength 4/5 afterward</a:t>
            </a:r>
          </a:p>
          <a:p>
            <a:pPr marL="0" indent="0">
              <a:buNone/>
            </a:pPr>
            <a:r>
              <a:rPr lang="en-US" i="1" dirty="0"/>
              <a:t>sensory:</a:t>
            </a:r>
            <a:r>
              <a:rPr lang="en-US" dirty="0"/>
              <a:t> unremarkable</a:t>
            </a:r>
          </a:p>
          <a:p>
            <a:pPr marL="0" indent="0">
              <a:buNone/>
            </a:pPr>
            <a:r>
              <a:rPr lang="en-US" i="1" dirty="0"/>
              <a:t>reflexes:</a:t>
            </a:r>
            <a:r>
              <a:rPr lang="en-US" dirty="0"/>
              <a:t> 3+ bilaterally in the five common spots, no clonus, Babinski (-), Hoffman (-)</a:t>
            </a:r>
          </a:p>
          <a:p>
            <a:pPr marL="0" indent="0">
              <a:buNone/>
            </a:pPr>
            <a:r>
              <a:rPr lang="en-US" dirty="0"/>
              <a:t>other: single breath count = 12</a:t>
            </a:r>
          </a:p>
          <a:p>
            <a:pPr marL="0" indent="0">
              <a:buNone/>
            </a:pPr>
            <a:endParaRPr lang="en-US" dirty="0"/>
          </a:p>
          <a:p>
            <a:pPr marL="0" indent="0">
              <a:buNone/>
            </a:pPr>
            <a:r>
              <a:rPr lang="en-US" dirty="0"/>
              <a:t>SLP cleared for regular diet after their exam</a:t>
            </a:r>
          </a:p>
        </p:txBody>
      </p:sp>
    </p:spTree>
    <p:extLst>
      <p:ext uri="{BB962C8B-B14F-4D97-AF65-F5344CB8AC3E}">
        <p14:creationId xmlns:p14="http://schemas.microsoft.com/office/powerpoint/2010/main" val="327056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087F99-A58F-276C-81BA-C5FBF77DA6A2}"/>
              </a:ext>
            </a:extLst>
          </p:cNvPr>
          <p:cNvSpPr>
            <a:spLocks noGrp="1"/>
          </p:cNvSpPr>
          <p:nvPr>
            <p:ph idx="1"/>
          </p:nvPr>
        </p:nvSpPr>
        <p:spPr>
          <a:xfrm>
            <a:off x="194697" y="201478"/>
            <a:ext cx="8716828" cy="6519997"/>
          </a:xfrm>
        </p:spPr>
        <p:txBody>
          <a:bodyPr>
            <a:normAutofit lnSpcReduction="10000"/>
          </a:bodyPr>
          <a:lstStyle/>
          <a:p>
            <a:pPr marL="0" indent="0">
              <a:buNone/>
            </a:pPr>
            <a:r>
              <a:rPr lang="en-US" b="1" dirty="0"/>
              <a:t>Labs/Imaging:</a:t>
            </a:r>
            <a:endParaRPr lang="en-US" dirty="0"/>
          </a:p>
          <a:p>
            <a:pPr marL="0" indent="0">
              <a:buNone/>
            </a:pPr>
            <a:r>
              <a:rPr lang="en-US" dirty="0"/>
              <a:t>MRI spine and brain: unremarkable (done in 2023)</a:t>
            </a:r>
          </a:p>
          <a:p>
            <a:pPr marL="0" indent="0">
              <a:buNone/>
            </a:pPr>
            <a:endParaRPr lang="en-US" dirty="0"/>
          </a:p>
          <a:p>
            <a:pPr marL="0" indent="0">
              <a:buNone/>
            </a:pPr>
            <a:r>
              <a:rPr lang="en-US" i="1" dirty="0"/>
              <a:t>What other tests do you want?</a:t>
            </a:r>
          </a:p>
          <a:p>
            <a:pPr marL="0" indent="0">
              <a:buNone/>
            </a:pPr>
            <a:r>
              <a:rPr lang="en-US" dirty="0"/>
              <a:t>Serologies: MG panel (</a:t>
            </a:r>
            <a:r>
              <a:rPr lang="en-US" dirty="0" err="1"/>
              <a:t>AchR</a:t>
            </a:r>
            <a:r>
              <a:rPr lang="en-US" dirty="0"/>
              <a:t>, </a:t>
            </a:r>
            <a:r>
              <a:rPr lang="en-US" dirty="0" err="1"/>
              <a:t>MusK</a:t>
            </a:r>
            <a:r>
              <a:rPr lang="en-US" dirty="0"/>
              <a:t>, </a:t>
            </a:r>
            <a:r>
              <a:rPr lang="en-US" dirty="0" err="1"/>
              <a:t>etc</a:t>
            </a:r>
            <a:r>
              <a:rPr lang="en-US" dirty="0"/>
              <a:t>) – negative</a:t>
            </a:r>
          </a:p>
          <a:p>
            <a:pPr marL="0" indent="0">
              <a:buNone/>
            </a:pPr>
            <a:r>
              <a:rPr lang="en-US" dirty="0"/>
              <a:t>Voltage-gated Ca channel  - negative</a:t>
            </a:r>
          </a:p>
          <a:p>
            <a:pPr marL="0" indent="0">
              <a:buNone/>
            </a:pPr>
            <a:endParaRPr lang="en-US" dirty="0"/>
          </a:p>
          <a:p>
            <a:pPr marL="0" indent="0">
              <a:buNone/>
            </a:pPr>
            <a:r>
              <a:rPr lang="en-US" dirty="0"/>
              <a:t>Repetitive Nerve Stimulation:</a:t>
            </a:r>
            <a:br>
              <a:rPr lang="en-US" dirty="0"/>
            </a:br>
            <a:r>
              <a:rPr lang="en-US" dirty="0"/>
              <a:t>(2023) L arm and leg – normal, no decrement</a:t>
            </a:r>
          </a:p>
          <a:p>
            <a:pPr marL="0" indent="0">
              <a:buNone/>
            </a:pPr>
            <a:r>
              <a:rPr lang="en-US" dirty="0"/>
              <a:t>(2026) R arm and leg – normal, no decrement</a:t>
            </a:r>
          </a:p>
          <a:p>
            <a:pPr marL="0" indent="0">
              <a:buNone/>
            </a:pPr>
            <a:endParaRPr lang="en-US" dirty="0"/>
          </a:p>
          <a:p>
            <a:pPr marL="0" indent="0">
              <a:buNone/>
            </a:pPr>
            <a:r>
              <a:rPr lang="en-US" i="1" dirty="0"/>
              <a:t>MRI of chest to look for?</a:t>
            </a:r>
          </a:p>
          <a:p>
            <a:pPr marL="0" indent="0">
              <a:buNone/>
            </a:pPr>
            <a:r>
              <a:rPr lang="en-US" dirty="0"/>
              <a:t>MRI for thymoma: c/w thymic hyperplasia</a:t>
            </a:r>
          </a:p>
          <a:p>
            <a:pPr marL="0" indent="0">
              <a:buNone/>
            </a:pPr>
            <a:r>
              <a:rPr lang="en-US" dirty="0"/>
              <a:t>(Removed and pathology showed reactive hyperplasia)</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5743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733C2-FA85-CCCB-08E6-6EC1B696238A}"/>
              </a:ext>
            </a:extLst>
          </p:cNvPr>
          <p:cNvSpPr>
            <a:spLocks noGrp="1"/>
          </p:cNvSpPr>
          <p:nvPr>
            <p:ph type="title"/>
          </p:nvPr>
        </p:nvSpPr>
        <p:spPr/>
        <p:txBody>
          <a:bodyPr>
            <a:normAutofit fontScale="90000"/>
          </a:bodyPr>
          <a:lstStyle/>
          <a:p>
            <a:r>
              <a:rPr lang="en-US" b="1" dirty="0"/>
              <a:t>Localization / DDx</a:t>
            </a:r>
          </a:p>
        </p:txBody>
      </p:sp>
      <p:sp>
        <p:nvSpPr>
          <p:cNvPr id="3" name="Content Placeholder 2">
            <a:extLst>
              <a:ext uri="{FF2B5EF4-FFF2-40B4-BE49-F238E27FC236}">
                <a16:creationId xmlns:a16="http://schemas.microsoft.com/office/drawing/2014/main" id="{CFC74B1D-CA77-9E09-3F18-FFBFBE07801F}"/>
              </a:ext>
            </a:extLst>
          </p:cNvPr>
          <p:cNvSpPr>
            <a:spLocks noGrp="1"/>
          </p:cNvSpPr>
          <p:nvPr>
            <p:ph idx="1"/>
          </p:nvPr>
        </p:nvSpPr>
        <p:spPr>
          <a:xfrm>
            <a:off x="213586" y="790415"/>
            <a:ext cx="8930414" cy="5686264"/>
          </a:xfrm>
        </p:spPr>
        <p:txBody>
          <a:bodyPr/>
          <a:lstStyle/>
          <a:p>
            <a:pPr marL="0" indent="0">
              <a:buNone/>
            </a:pPr>
            <a:r>
              <a:rPr lang="en-US" dirty="0"/>
              <a:t>Cerebrum – MS</a:t>
            </a:r>
          </a:p>
          <a:p>
            <a:pPr marL="0" indent="0">
              <a:buNone/>
            </a:pPr>
            <a:r>
              <a:rPr lang="en-US" dirty="0"/>
              <a:t>Cerebellum - </a:t>
            </a:r>
          </a:p>
          <a:p>
            <a:pPr marL="0" indent="0">
              <a:buNone/>
            </a:pPr>
            <a:r>
              <a:rPr lang="en-US" dirty="0"/>
              <a:t>Brainstem – stroke, MS/NMO</a:t>
            </a:r>
          </a:p>
          <a:p>
            <a:pPr marL="0" indent="0">
              <a:buNone/>
            </a:pPr>
            <a:r>
              <a:rPr lang="en-US" dirty="0"/>
              <a:t>Cord – MS/NMO</a:t>
            </a:r>
          </a:p>
          <a:p>
            <a:pPr marL="0" indent="0">
              <a:buNone/>
            </a:pPr>
            <a:r>
              <a:rPr lang="en-US" dirty="0"/>
              <a:t>Nerve roots/plexus - </a:t>
            </a:r>
          </a:p>
          <a:p>
            <a:pPr marL="0" indent="0">
              <a:buNone/>
            </a:pPr>
            <a:r>
              <a:rPr lang="en-US" dirty="0"/>
              <a:t>Peripheral nerves - </a:t>
            </a:r>
          </a:p>
          <a:p>
            <a:pPr marL="0" indent="0">
              <a:buNone/>
            </a:pPr>
            <a:r>
              <a:rPr lang="en-US" dirty="0"/>
              <a:t>NMJ – myasthenia gravis, LEMS</a:t>
            </a:r>
          </a:p>
          <a:p>
            <a:pPr marL="0" indent="0">
              <a:buNone/>
            </a:pPr>
            <a:r>
              <a:rPr lang="en-US" dirty="0"/>
              <a:t>Muscles - </a:t>
            </a:r>
          </a:p>
          <a:p>
            <a:pPr marL="0" indent="0">
              <a:buNone/>
            </a:pPr>
            <a:r>
              <a:rPr lang="en-US" dirty="0"/>
              <a:t>Systemic – gabapentin toxicity</a:t>
            </a:r>
          </a:p>
          <a:p>
            <a:pPr marL="0" indent="0">
              <a:buNone/>
            </a:pPr>
            <a:endParaRPr lang="en-US" dirty="0"/>
          </a:p>
          <a:p>
            <a:pPr marL="0" indent="0">
              <a:buNone/>
            </a:pPr>
            <a:r>
              <a:rPr lang="en-US" dirty="0"/>
              <a:t>Other? </a:t>
            </a:r>
          </a:p>
          <a:p>
            <a:pPr marL="0" indent="0">
              <a:buNone/>
            </a:pPr>
            <a:endParaRPr lang="en-US" dirty="0"/>
          </a:p>
        </p:txBody>
      </p:sp>
      <p:sp>
        <p:nvSpPr>
          <p:cNvPr id="4" name="TextBox 3">
            <a:extLst>
              <a:ext uri="{FF2B5EF4-FFF2-40B4-BE49-F238E27FC236}">
                <a16:creationId xmlns:a16="http://schemas.microsoft.com/office/drawing/2014/main" id="{746E2EAF-E10C-DE8E-0898-B4D05E7C3E8F}"/>
              </a:ext>
            </a:extLst>
          </p:cNvPr>
          <p:cNvSpPr txBox="1"/>
          <p:nvPr/>
        </p:nvSpPr>
        <p:spPr>
          <a:xfrm>
            <a:off x="1704814" y="5836752"/>
            <a:ext cx="4409669" cy="461665"/>
          </a:xfrm>
          <a:prstGeom prst="rect">
            <a:avLst/>
          </a:prstGeom>
          <a:noFill/>
        </p:spPr>
        <p:txBody>
          <a:bodyPr wrap="none" rtlCol="0">
            <a:spAutoFit/>
          </a:bodyPr>
          <a:lstStyle/>
          <a:p>
            <a:r>
              <a:rPr lang="en-US" sz="2400" b="1" dirty="0"/>
              <a:t>functional neurologic disorder</a:t>
            </a:r>
          </a:p>
        </p:txBody>
      </p:sp>
    </p:spTree>
    <p:extLst>
      <p:ext uri="{BB962C8B-B14F-4D97-AF65-F5344CB8AC3E}">
        <p14:creationId xmlns:p14="http://schemas.microsoft.com/office/powerpoint/2010/main" val="411727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E932E-5B20-A08C-1907-8F50BB9955C9}"/>
              </a:ext>
            </a:extLst>
          </p:cNvPr>
          <p:cNvSpPr>
            <a:spLocks noGrp="1"/>
          </p:cNvSpPr>
          <p:nvPr>
            <p:ph idx="1"/>
          </p:nvPr>
        </p:nvSpPr>
        <p:spPr>
          <a:xfrm>
            <a:off x="194697" y="309966"/>
            <a:ext cx="8716828" cy="6411509"/>
          </a:xfrm>
        </p:spPr>
        <p:txBody>
          <a:bodyPr>
            <a:normAutofit lnSpcReduction="10000"/>
          </a:bodyPr>
          <a:lstStyle/>
          <a:p>
            <a:pPr marL="0" indent="0">
              <a:buNone/>
            </a:pPr>
            <a:r>
              <a:rPr lang="en-US" b="1" dirty="0"/>
              <a:t>More history:</a:t>
            </a:r>
            <a:endParaRPr lang="en-US" dirty="0"/>
          </a:p>
          <a:p>
            <a:pPr marL="0" indent="0">
              <a:buNone/>
            </a:pPr>
            <a:r>
              <a:rPr lang="en-US" dirty="0"/>
              <a:t>Dx functional neurologic d/o by neurologist in 2024</a:t>
            </a:r>
          </a:p>
          <a:p>
            <a:pPr marL="0" indent="0">
              <a:buNone/>
            </a:pPr>
            <a:r>
              <a:rPr lang="en-US" dirty="0"/>
              <a:t>Dx seronegative MG after that by a naturopath(?)</a:t>
            </a:r>
          </a:p>
          <a:p>
            <a:pPr marL="0" indent="0">
              <a:buNone/>
            </a:pPr>
            <a:r>
              <a:rPr lang="en-US" dirty="0"/>
              <a:t>recurrent admission for respiratory crisis</a:t>
            </a:r>
          </a:p>
          <a:p>
            <a:pPr marL="0" indent="0">
              <a:buNone/>
            </a:pPr>
            <a:r>
              <a:rPr lang="en-US" dirty="0"/>
              <a:t>	- low SBC, NIFs</a:t>
            </a:r>
          </a:p>
          <a:p>
            <a:pPr marL="0" indent="0">
              <a:buNone/>
            </a:pPr>
            <a:r>
              <a:rPr lang="en-US" dirty="0"/>
              <a:t>	- always good pCO2 on ABG </a:t>
            </a:r>
          </a:p>
          <a:p>
            <a:pPr marL="0" indent="0">
              <a:buNone/>
            </a:pPr>
            <a:r>
              <a:rPr lang="en-US" dirty="0"/>
              <a:t>	- </a:t>
            </a:r>
            <a:r>
              <a:rPr lang="en-US" i="1" dirty="0"/>
              <a:t>vocal cord damage the surgery was for</a:t>
            </a:r>
          </a:p>
          <a:p>
            <a:pPr marL="0" indent="0">
              <a:buNone/>
            </a:pPr>
            <a:r>
              <a:rPr lang="en-US" i="1" dirty="0"/>
              <a:t>	   was iatrogenic, from an intubation</a:t>
            </a:r>
          </a:p>
          <a:p>
            <a:pPr marL="0" indent="0">
              <a:buNone/>
            </a:pPr>
            <a:r>
              <a:rPr lang="en-US" dirty="0"/>
              <a:t>pyridostigmine helped, then didn’t per chart </a:t>
            </a:r>
            <a:r>
              <a:rPr lang="en-US" dirty="0" err="1"/>
              <a:t>hx</a:t>
            </a:r>
            <a:endParaRPr lang="en-US" dirty="0"/>
          </a:p>
          <a:p>
            <a:pPr marL="0" indent="0">
              <a:buNone/>
            </a:pPr>
            <a:r>
              <a:rPr lang="en-US" dirty="0"/>
              <a:t>IVIG caused “rapid” improvement, but “wears off”</a:t>
            </a:r>
          </a:p>
          <a:p>
            <a:pPr marL="0" indent="0">
              <a:buNone/>
            </a:pPr>
            <a:endParaRPr lang="en-US" dirty="0"/>
          </a:p>
          <a:p>
            <a:pPr marL="0" indent="0">
              <a:buNone/>
            </a:pPr>
            <a:r>
              <a:rPr lang="en-US" dirty="0"/>
              <a:t>initial presenting </a:t>
            </a:r>
            <a:r>
              <a:rPr lang="en-US" dirty="0" err="1"/>
              <a:t>sxs</a:t>
            </a:r>
            <a:r>
              <a:rPr lang="en-US" dirty="0"/>
              <a:t> in 2023 included L leg sensory loss, didn’t have diplopia</a:t>
            </a:r>
          </a:p>
        </p:txBody>
      </p:sp>
    </p:spTree>
    <p:extLst>
      <p:ext uri="{BB962C8B-B14F-4D97-AF65-F5344CB8AC3E}">
        <p14:creationId xmlns:p14="http://schemas.microsoft.com/office/powerpoint/2010/main" val="1992612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8D39-5A0D-EF42-27FF-BD743FFB648C}"/>
              </a:ext>
            </a:extLst>
          </p:cNvPr>
          <p:cNvSpPr>
            <a:spLocks noGrp="1"/>
          </p:cNvSpPr>
          <p:nvPr>
            <p:ph type="title"/>
          </p:nvPr>
        </p:nvSpPr>
        <p:spPr>
          <a:xfrm>
            <a:off x="482565" y="3102055"/>
            <a:ext cx="7886700" cy="653890"/>
          </a:xfrm>
        </p:spPr>
        <p:txBody>
          <a:bodyPr>
            <a:normAutofit fontScale="90000"/>
          </a:bodyPr>
          <a:lstStyle/>
          <a:p>
            <a:r>
              <a:rPr lang="en-US" b="1" dirty="0"/>
              <a:t>10-minute FND crash course</a:t>
            </a:r>
            <a:endParaRPr lang="en-US" dirty="0"/>
          </a:p>
        </p:txBody>
      </p:sp>
    </p:spTree>
    <p:extLst>
      <p:ext uri="{BB962C8B-B14F-4D97-AF65-F5344CB8AC3E}">
        <p14:creationId xmlns:p14="http://schemas.microsoft.com/office/powerpoint/2010/main" val="2830347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b="1" dirty="0"/>
              <a:t>Old view: “hysteria” → “conversion”</a:t>
            </a:r>
          </a:p>
        </p:txBody>
      </p:sp>
      <p:sp>
        <p:nvSpPr>
          <p:cNvPr id="3" name="Content Placeholder 2"/>
          <p:cNvSpPr>
            <a:spLocks noGrp="1"/>
          </p:cNvSpPr>
          <p:nvPr>
            <p:ph idx="1"/>
          </p:nvPr>
        </p:nvSpPr>
        <p:spPr>
          <a:xfrm>
            <a:off x="192024" y="1033271"/>
            <a:ext cx="8714232" cy="5486400"/>
          </a:xfrm>
        </p:spPr>
        <p:txBody>
          <a:bodyPr>
            <a:normAutofit/>
          </a:bodyPr>
          <a:lstStyle/>
          <a:p>
            <a:pPr marL="0" indent="0">
              <a:spcAft>
                <a:spcPts val="600"/>
              </a:spcAft>
              <a:buNone/>
            </a:pPr>
            <a:r>
              <a:rPr i="1" dirty="0"/>
              <a:t>Charcot</a:t>
            </a:r>
            <a:r>
              <a:rPr lang="en-US" i="1" dirty="0"/>
              <a:t> </a:t>
            </a:r>
            <a:r>
              <a:rPr lang="en-US" b="1" dirty="0"/>
              <a:t>→</a:t>
            </a:r>
            <a:r>
              <a:rPr lang="en-US" i="1" dirty="0"/>
              <a:t> </a:t>
            </a:r>
            <a:r>
              <a:rPr i="1" dirty="0"/>
              <a:t>Freud</a:t>
            </a:r>
            <a:endParaRPr lang="en-US" i="1" dirty="0"/>
          </a:p>
          <a:p>
            <a:pPr marL="342900" indent="-342900">
              <a:spcAft>
                <a:spcPts val="600"/>
              </a:spcAft>
              <a:buFont typeface="Arial"/>
              <a:buChar char="•"/>
            </a:pPr>
            <a:r>
              <a:rPr lang="en-US" dirty="0"/>
              <a:t>an unbearable event or wish gets “converted” into a body symptom</a:t>
            </a:r>
          </a:p>
          <a:p>
            <a:pPr marL="342900" indent="-342900">
              <a:spcAft>
                <a:spcPts val="600"/>
              </a:spcAft>
              <a:buFont typeface="Arial"/>
              <a:buChar char="•"/>
            </a:pPr>
            <a:r>
              <a:rPr i="1" dirty="0"/>
              <a:t>classic </a:t>
            </a:r>
            <a:r>
              <a:rPr lang="en-US" i="1" dirty="0"/>
              <a:t>example</a:t>
            </a:r>
            <a:r>
              <a:rPr i="1" dirty="0"/>
              <a:t>:</a:t>
            </a:r>
            <a:r>
              <a:rPr dirty="0"/>
              <a:t> catch your spouse in bed with someone → go blind</a:t>
            </a:r>
          </a:p>
          <a:p>
            <a:pPr marL="342900" indent="-342900">
              <a:spcAft>
                <a:spcPts val="600"/>
              </a:spcAft>
              <a:buFont typeface="Arial"/>
              <a:buChar char="•"/>
            </a:pPr>
            <a:r>
              <a:rPr i="1" dirty="0"/>
              <a:t>treatment: </a:t>
            </a:r>
            <a:r>
              <a:rPr dirty="0"/>
              <a:t>hypnosis</a:t>
            </a:r>
          </a:p>
        </p:txBody>
      </p:sp>
      <p:sp>
        <p:nvSpPr>
          <p:cNvPr id="4" name="TextBox 3"/>
          <p:cNvSpPr txBox="1"/>
          <p:nvPr/>
        </p:nvSpPr>
        <p:spPr>
          <a:xfrm>
            <a:off x="228600" y="6446520"/>
            <a:ext cx="8686800" cy="320040"/>
          </a:xfrm>
          <a:prstGeom prst="rect">
            <a:avLst/>
          </a:prstGeom>
          <a:noFill/>
        </p:spPr>
        <p:txBody>
          <a:bodyPr wrap="square">
            <a:spAutoFit/>
          </a:bodyPr>
          <a:lstStyle/>
          <a:p>
            <a:r>
              <a:rPr sz="1100">
                <a:solidFill>
                  <a:srgbClr val="595959"/>
                </a:solidFill>
              </a:rPr>
              <a:t>Espay et al., JAMA Neurology 2018;75:1132–1141</a:t>
            </a:r>
          </a:p>
        </p:txBody>
      </p:sp>
      <p:pic>
        <p:nvPicPr>
          <p:cNvPr id="5" name="Picture 4">
            <a:extLst>
              <a:ext uri="{FF2B5EF4-FFF2-40B4-BE49-F238E27FC236}">
                <a16:creationId xmlns:a16="http://schemas.microsoft.com/office/drawing/2014/main" id="{3E4B3772-248E-D635-AA4D-C593B7EF61AB}"/>
              </a:ext>
            </a:extLst>
          </p:cNvPr>
          <p:cNvPicPr>
            <a:picLocks noChangeAspect="1"/>
          </p:cNvPicPr>
          <p:nvPr/>
        </p:nvPicPr>
        <p:blipFill>
          <a:blip r:embed="rId3"/>
          <a:stretch>
            <a:fillRect/>
          </a:stretch>
        </p:blipFill>
        <p:spPr>
          <a:xfrm>
            <a:off x="4403578" y="3301999"/>
            <a:ext cx="4054622" cy="30574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b="1" dirty="0"/>
              <a:t>New view</a:t>
            </a:r>
            <a:r>
              <a:rPr lang="en-US" b="1" dirty="0"/>
              <a:t> (in DSM 5)</a:t>
            </a:r>
            <a:endParaRPr b="1" dirty="0"/>
          </a:p>
        </p:txBody>
      </p:sp>
      <p:sp>
        <p:nvSpPr>
          <p:cNvPr id="3" name="Content Placeholder 2"/>
          <p:cNvSpPr>
            <a:spLocks noGrp="1"/>
          </p:cNvSpPr>
          <p:nvPr>
            <p:ph idx="1"/>
          </p:nvPr>
        </p:nvSpPr>
        <p:spPr>
          <a:xfrm>
            <a:off x="192024" y="1033271"/>
            <a:ext cx="8714232" cy="5486400"/>
          </a:xfrm>
        </p:spPr>
        <p:txBody>
          <a:bodyPr>
            <a:noAutofit/>
          </a:bodyPr>
          <a:lstStyle/>
          <a:p>
            <a:pPr marL="514350" indent="-514350">
              <a:lnSpc>
                <a:spcPct val="100000"/>
              </a:lnSpc>
              <a:buAutoNum type="arabicPeriod"/>
            </a:pPr>
            <a:r>
              <a:rPr sz="2400" dirty="0"/>
              <a:t>a psychological stressor</a:t>
            </a:r>
            <a:r>
              <a:rPr lang="en-US" sz="2400" dirty="0"/>
              <a:t> often not present, so</a:t>
            </a:r>
            <a:r>
              <a:rPr sz="2400" dirty="0"/>
              <a:t> </a:t>
            </a:r>
            <a:r>
              <a:rPr sz="2400" b="1" dirty="0"/>
              <a:t>not required</a:t>
            </a:r>
            <a:br>
              <a:rPr lang="en-US" sz="2400" b="1" dirty="0"/>
            </a:br>
            <a:r>
              <a:rPr lang="en-US" sz="2400" dirty="0"/>
              <a:t>(physical injury may be more common precipitant, Stone 2009)</a:t>
            </a:r>
          </a:p>
          <a:p>
            <a:pPr marL="514350" indent="-514350">
              <a:lnSpc>
                <a:spcPct val="100000"/>
              </a:lnSpc>
              <a:buAutoNum type="arabicPeriod"/>
            </a:pPr>
            <a:r>
              <a:rPr lang="en-US" sz="2400" dirty="0"/>
              <a:t>Dx focuses on positive signs to </a:t>
            </a:r>
            <a:r>
              <a:rPr sz="2400" b="1" dirty="0"/>
              <a:t>rule in</a:t>
            </a:r>
            <a:r>
              <a:rPr lang="en-US" sz="2400" b="1" dirty="0"/>
              <a:t> </a:t>
            </a:r>
            <a:r>
              <a:rPr lang="en-US" sz="2400" dirty="0"/>
              <a:t>(not just a “diagnosis of exclusion”)</a:t>
            </a:r>
          </a:p>
          <a:p>
            <a:pPr marL="514350" indent="-514350">
              <a:lnSpc>
                <a:spcPct val="100000"/>
              </a:lnSpc>
              <a:buAutoNum type="arabicPeriod"/>
            </a:pPr>
            <a:r>
              <a:rPr lang="en-US" sz="2400" dirty="0"/>
              <a:t>Also possible to have FND </a:t>
            </a:r>
            <a:r>
              <a:rPr lang="en-US" sz="2400" b="1" dirty="0"/>
              <a:t>and</a:t>
            </a:r>
            <a:r>
              <a:rPr lang="en-US" sz="2400" dirty="0"/>
              <a:t> organic disease together</a:t>
            </a:r>
          </a:p>
          <a:p>
            <a:pPr marL="457200" lvl="1" indent="0">
              <a:lnSpc>
                <a:spcPct val="100000"/>
              </a:lnSpc>
              <a:buNone/>
            </a:pPr>
            <a:r>
              <a:rPr lang="en-US" dirty="0"/>
              <a:t>(10-20% or more of patient with epilepsy have PNES in some samples)</a:t>
            </a:r>
            <a:br>
              <a:rPr lang="en-US" dirty="0"/>
            </a:br>
            <a:br>
              <a:rPr lang="en-US" dirty="0"/>
            </a:br>
            <a:endParaRPr lang="en-US" sz="2000" dirty="0"/>
          </a:p>
          <a:p>
            <a:pPr marL="0" indent="0">
              <a:lnSpc>
                <a:spcPct val="100000"/>
              </a:lnSpc>
              <a:buNone/>
            </a:pPr>
            <a:r>
              <a:rPr lang="en-US" sz="2400" dirty="0"/>
              <a:t>But . . . childhood emotional neglect (OR = 5.6), physical abuse (OR 3.9), and sexual abuse (3.3) are still risk factors.</a:t>
            </a:r>
            <a:endParaRPr sz="2400" dirty="0"/>
          </a:p>
          <a:p>
            <a:pPr marL="0" indent="0">
              <a:lnSpc>
                <a:spcPct val="100000"/>
              </a:lnSpc>
              <a:buNone/>
            </a:pPr>
            <a:endParaRPr lang="en-US" sz="2000" dirty="0"/>
          </a:p>
        </p:txBody>
      </p:sp>
      <p:sp>
        <p:nvSpPr>
          <p:cNvPr id="4" name="TextBox 3"/>
          <p:cNvSpPr txBox="1"/>
          <p:nvPr/>
        </p:nvSpPr>
        <p:spPr>
          <a:xfrm>
            <a:off x="192024" y="6289953"/>
            <a:ext cx="8686800" cy="430887"/>
          </a:xfrm>
          <a:prstGeom prst="rect">
            <a:avLst/>
          </a:prstGeom>
          <a:noFill/>
        </p:spPr>
        <p:txBody>
          <a:bodyPr wrap="square">
            <a:spAutoFit/>
          </a:bodyPr>
          <a:lstStyle/>
          <a:p>
            <a:r>
              <a:rPr sz="1100" dirty="0">
                <a:solidFill>
                  <a:srgbClr val="595959"/>
                </a:solidFill>
              </a:rPr>
              <a:t>Ludwig et al., Lancet Psychiatry 2018;5:307–320 (meta-analysis, 34 case-control studies, 1,405 patients</a:t>
            </a:r>
            <a:r>
              <a:rPr lang="en-US" sz="1100" dirty="0">
                <a:solidFill>
                  <a:srgbClr val="595959"/>
                </a:solidFill>
              </a:rPr>
              <a:t>, Stone et al., J </a:t>
            </a:r>
            <a:r>
              <a:rPr lang="en-US" sz="1100" dirty="0" err="1">
                <a:solidFill>
                  <a:srgbClr val="595959"/>
                </a:solidFill>
              </a:rPr>
              <a:t>Psychosom</a:t>
            </a:r>
            <a:r>
              <a:rPr lang="en-US" sz="1100" dirty="0">
                <a:solidFill>
                  <a:srgbClr val="595959"/>
                </a:solidFill>
              </a:rPr>
              <a:t> Res 2009;66:383–390)</a:t>
            </a:r>
            <a:endParaRPr sz="1100" dirty="0">
              <a:solidFill>
                <a:srgbClr val="59595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lang="en-US" b="1" dirty="0"/>
              <a:t>Example (+)-sign</a:t>
            </a:r>
            <a:endParaRPr b="1" dirty="0"/>
          </a:p>
        </p:txBody>
      </p:sp>
      <p:pic>
        <p:nvPicPr>
          <p:cNvPr id="3" name="Picture 2" descr="hoover_espay.png"/>
          <p:cNvPicPr>
            <a:picLocks noChangeAspect="1"/>
          </p:cNvPicPr>
          <p:nvPr/>
        </p:nvPicPr>
        <p:blipFill>
          <a:blip r:embed="rId3"/>
          <a:stretch>
            <a:fillRect/>
          </a:stretch>
        </p:blipFill>
        <p:spPr>
          <a:xfrm>
            <a:off x="548640" y="1005840"/>
            <a:ext cx="8046720" cy="4607597"/>
          </a:xfrm>
          <a:prstGeom prst="rect">
            <a:avLst/>
          </a:prstGeom>
        </p:spPr>
      </p:pic>
      <p:sp>
        <p:nvSpPr>
          <p:cNvPr id="4" name="TextBox 3"/>
          <p:cNvSpPr txBox="1"/>
          <p:nvPr/>
        </p:nvSpPr>
        <p:spPr>
          <a:xfrm>
            <a:off x="274320" y="5760720"/>
            <a:ext cx="4297680" cy="457200"/>
          </a:xfrm>
          <a:prstGeom prst="rect">
            <a:avLst/>
          </a:prstGeom>
          <a:noFill/>
        </p:spPr>
        <p:txBody>
          <a:bodyPr wrap="square">
            <a:spAutoFit/>
          </a:bodyPr>
          <a:lstStyle/>
          <a:p>
            <a:pPr algn="ctr"/>
            <a:r>
              <a:rPr sz="2000" b="1"/>
              <a:t>voluntary pathway: “weak”</a:t>
            </a:r>
          </a:p>
        </p:txBody>
      </p:sp>
      <p:sp>
        <p:nvSpPr>
          <p:cNvPr id="5" name="TextBox 4"/>
          <p:cNvSpPr txBox="1"/>
          <p:nvPr/>
        </p:nvSpPr>
        <p:spPr>
          <a:xfrm>
            <a:off x="4572000" y="5760720"/>
            <a:ext cx="4297680" cy="457200"/>
          </a:xfrm>
          <a:prstGeom prst="rect">
            <a:avLst/>
          </a:prstGeom>
          <a:noFill/>
        </p:spPr>
        <p:txBody>
          <a:bodyPr wrap="square">
            <a:spAutoFit/>
          </a:bodyPr>
          <a:lstStyle/>
          <a:p>
            <a:pPr algn="ctr"/>
            <a:r>
              <a:rPr sz="2000" b="1"/>
              <a:t>automatic pathway: normal</a:t>
            </a:r>
          </a:p>
        </p:txBody>
      </p:sp>
      <p:sp>
        <p:nvSpPr>
          <p:cNvPr id="6" name="TextBox 5"/>
          <p:cNvSpPr txBox="1"/>
          <p:nvPr/>
        </p:nvSpPr>
        <p:spPr>
          <a:xfrm>
            <a:off x="228600" y="6446520"/>
            <a:ext cx="8686800" cy="320040"/>
          </a:xfrm>
          <a:prstGeom prst="rect">
            <a:avLst/>
          </a:prstGeom>
          <a:noFill/>
        </p:spPr>
        <p:txBody>
          <a:bodyPr wrap="square">
            <a:spAutoFit/>
          </a:bodyPr>
          <a:lstStyle/>
          <a:p>
            <a:r>
              <a:rPr sz="1100">
                <a:solidFill>
                  <a:srgbClr val="595959"/>
                </a:solidFill>
              </a:rPr>
              <a:t>Espay et al., JAMA Neurology 2018 (Figure A)</a:t>
            </a:r>
          </a:p>
        </p:txBody>
      </p:sp>
      <p:pic>
        <p:nvPicPr>
          <p:cNvPr id="7" name="Picture 6" descr="190,100+ Star Shape Outline Stock Photos and Royalty-Free ...">
            <a:extLst>
              <a:ext uri="{FF2B5EF4-FFF2-40B4-BE49-F238E27FC236}">
                <a16:creationId xmlns:a16="http://schemas.microsoft.com/office/drawing/2014/main" id="{4EB3B204-33EC-4211-7EBD-58CF075609B6}"/>
              </a:ext>
            </a:extLst>
          </p:cNvPr>
          <p:cNvPicPr>
            <a:picLocks noChangeAspect="1"/>
          </p:cNvPicPr>
          <p:nvPr/>
        </p:nvPicPr>
        <p:blipFill>
          <a:blip r:embed="rId4"/>
          <a:stretch>
            <a:fillRect/>
          </a:stretch>
        </p:blipFill>
        <p:spPr>
          <a:xfrm>
            <a:off x="7512812" y="137160"/>
            <a:ext cx="1082548" cy="10825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88BF7-BCE4-AF0C-C57E-4D6FC2A5CF9D}"/>
              </a:ext>
            </a:extLst>
          </p:cNvPr>
          <p:cNvSpPr>
            <a:spLocks noGrp="1"/>
          </p:cNvSpPr>
          <p:nvPr>
            <p:ph type="title"/>
          </p:nvPr>
        </p:nvSpPr>
        <p:spPr/>
        <p:txBody>
          <a:bodyPr>
            <a:normAutofit fontScale="90000"/>
          </a:bodyPr>
          <a:lstStyle/>
          <a:p>
            <a:r>
              <a:rPr lang="en-US" b="1" dirty="0"/>
              <a:t>Other positive “signs”</a:t>
            </a:r>
          </a:p>
        </p:txBody>
      </p:sp>
      <p:sp>
        <p:nvSpPr>
          <p:cNvPr id="3" name="Content Placeholder 2">
            <a:extLst>
              <a:ext uri="{FF2B5EF4-FFF2-40B4-BE49-F238E27FC236}">
                <a16:creationId xmlns:a16="http://schemas.microsoft.com/office/drawing/2014/main" id="{644EC94F-6FF4-6483-5A7F-1C7B0C56F137}"/>
              </a:ext>
            </a:extLst>
          </p:cNvPr>
          <p:cNvSpPr>
            <a:spLocks noGrp="1"/>
          </p:cNvSpPr>
          <p:nvPr>
            <p:ph idx="1"/>
          </p:nvPr>
        </p:nvSpPr>
        <p:spPr/>
        <p:txBody>
          <a:bodyPr/>
          <a:lstStyle/>
          <a:p>
            <a:pPr marL="0" indent="0">
              <a:buNone/>
            </a:pPr>
            <a:r>
              <a:rPr lang="en-US" dirty="0"/>
              <a:t>Normal function (e.g. strength, movement) seen</a:t>
            </a:r>
          </a:p>
          <a:p>
            <a:pPr marL="0" indent="0">
              <a:buNone/>
            </a:pPr>
            <a:r>
              <a:rPr lang="en-US" dirty="0"/>
              <a:t>	- often when patient is distracted</a:t>
            </a:r>
          </a:p>
          <a:p>
            <a:pPr marL="0" indent="0">
              <a:buNone/>
            </a:pPr>
            <a:r>
              <a:rPr lang="en-US" dirty="0"/>
              <a:t>	- e.g. demonstrates strength with habitual 	movements like adjusting in bed</a:t>
            </a:r>
          </a:p>
          <a:p>
            <a:pPr marL="0" indent="0">
              <a:buNone/>
            </a:pPr>
            <a:r>
              <a:rPr lang="en-US" dirty="0"/>
              <a:t>Abnormal movements worsen when attended to</a:t>
            </a:r>
          </a:p>
          <a:p>
            <a:pPr marL="0" indent="0">
              <a:buNone/>
            </a:pPr>
            <a:endParaRPr lang="en-US" dirty="0"/>
          </a:p>
          <a:p>
            <a:pPr marL="0" indent="0">
              <a:buNone/>
            </a:pPr>
            <a:r>
              <a:rPr lang="en-US" dirty="0"/>
              <a:t>Anatomic incoherence</a:t>
            </a:r>
          </a:p>
          <a:p>
            <a:pPr marL="0" indent="0">
              <a:buNone/>
            </a:pPr>
            <a:r>
              <a:rPr lang="en-US" dirty="0"/>
              <a:t>	e.g. numb from wrist forward, fingers weak</a:t>
            </a:r>
          </a:p>
          <a:p>
            <a:pPr marL="0" indent="0">
              <a:buNone/>
            </a:pPr>
            <a:endParaRPr lang="en-US" dirty="0"/>
          </a:p>
          <a:p>
            <a:pPr marL="0" indent="0">
              <a:buNone/>
            </a:pPr>
            <a:r>
              <a:rPr lang="en-US" dirty="0"/>
              <a:t>High variability, e.g. inconsistent performance,</a:t>
            </a:r>
            <a:br>
              <a:rPr lang="en-US" dirty="0"/>
            </a:br>
            <a:r>
              <a:rPr lang="en-US" dirty="0"/>
              <a:t>	give-way weakness</a:t>
            </a:r>
          </a:p>
          <a:p>
            <a:pPr marL="0" indent="0">
              <a:buNone/>
            </a:pPr>
            <a:endParaRPr lang="en-US" dirty="0"/>
          </a:p>
        </p:txBody>
      </p:sp>
    </p:spTree>
    <p:extLst>
      <p:ext uri="{BB962C8B-B14F-4D97-AF65-F5344CB8AC3E}">
        <p14:creationId xmlns:p14="http://schemas.microsoft.com/office/powerpoint/2010/main" val="1675718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742A212-8431-1075-7DB9-D2F3C89C4B4D}"/>
              </a:ext>
            </a:extLst>
          </p:cNvPr>
          <p:cNvGraphicFramePr>
            <a:graphicFrameLocks noGrp="1"/>
          </p:cNvGraphicFramePr>
          <p:nvPr>
            <p:extLst>
              <p:ext uri="{D42A27DB-BD31-4B8C-83A1-F6EECF244321}">
                <p14:modId xmlns:p14="http://schemas.microsoft.com/office/powerpoint/2010/main" val="1266163871"/>
              </p:ext>
            </p:extLst>
          </p:nvPr>
        </p:nvGraphicFramePr>
        <p:xfrm>
          <a:off x="399608" y="318347"/>
          <a:ext cx="7886700" cy="5831840"/>
        </p:xfrm>
        <a:graphic>
          <a:graphicData uri="http://schemas.openxmlformats.org/drawingml/2006/table">
            <a:tbl>
              <a:tblPr firstRow="1" bandRow="1">
                <a:tableStyleId>{1E171933-4619-4E11-9A3F-F7608DF75F80}</a:tableStyleId>
              </a:tblPr>
              <a:tblGrid>
                <a:gridCol w="4731192">
                  <a:extLst>
                    <a:ext uri="{9D8B030D-6E8A-4147-A177-3AD203B41FA5}">
                      <a16:colId xmlns:a16="http://schemas.microsoft.com/office/drawing/2014/main" val="2596139269"/>
                    </a:ext>
                  </a:extLst>
                </a:gridCol>
                <a:gridCol w="3155508">
                  <a:extLst>
                    <a:ext uri="{9D8B030D-6E8A-4147-A177-3AD203B41FA5}">
                      <a16:colId xmlns:a16="http://schemas.microsoft.com/office/drawing/2014/main" val="1025127411"/>
                    </a:ext>
                  </a:extLst>
                </a:gridCol>
              </a:tblGrid>
              <a:tr h="489573">
                <a:tc>
                  <a:txBody>
                    <a:bodyPr/>
                    <a:lstStyle/>
                    <a:p>
                      <a:pPr algn="ctr"/>
                      <a:r>
                        <a:rPr lang="en-US" sz="2000" dirty="0"/>
                        <a:t>Pertinent Positives</a:t>
                      </a:r>
                    </a:p>
                    <a:p>
                      <a:pPr algn="ctr"/>
                      <a:r>
                        <a:rPr lang="en-US" sz="2000" dirty="0"/>
                        <a:t>for FND</a:t>
                      </a:r>
                    </a:p>
                  </a:txBody>
                  <a:tcPr anchor="ctr"/>
                </a:tc>
                <a:tc>
                  <a:txBody>
                    <a:bodyPr/>
                    <a:lstStyle/>
                    <a:p>
                      <a:pPr algn="ctr"/>
                      <a:r>
                        <a:rPr lang="en-US" sz="2000" dirty="0"/>
                        <a:t>Pertinent Negatives</a:t>
                      </a:r>
                    </a:p>
                    <a:p>
                      <a:pPr algn="ctr"/>
                      <a:r>
                        <a:rPr lang="en-US" sz="2000" dirty="0"/>
                        <a:t>against MG (or other “organic”)</a:t>
                      </a:r>
                    </a:p>
                  </a:txBody>
                  <a:tcPr anchor="ctr"/>
                </a:tc>
                <a:extLst>
                  <a:ext uri="{0D108BD9-81ED-4DB2-BD59-A6C34878D82A}">
                    <a16:rowId xmlns:a16="http://schemas.microsoft.com/office/drawing/2014/main" val="1549505528"/>
                  </a:ext>
                </a:extLst>
              </a:tr>
              <a:tr h="1590446">
                <a:tc>
                  <a:txBody>
                    <a:bodyPr/>
                    <a:lstStyle/>
                    <a:p>
                      <a:pPr marL="0" indent="0" algn="l">
                        <a:spcAft>
                          <a:spcPts val="400"/>
                        </a:spcAft>
                        <a:buFont typeface="Arial"/>
                        <a:buNone/>
                      </a:pPr>
                      <a:r>
                        <a:rPr sz="2200" dirty="0"/>
                        <a:t>strength ≈ normal on exam, but can’t walk without a walker  (</a:t>
                      </a:r>
                      <a:r>
                        <a:rPr sz="2200" b="1" dirty="0"/>
                        <a:t>impairment ≪ disability</a:t>
                      </a:r>
                      <a:r>
                        <a:rPr sz="2200" dirty="0"/>
                        <a:t>)</a:t>
                      </a:r>
                      <a:endParaRPr lang="en-US" sz="2200" dirty="0"/>
                    </a:p>
                    <a:p>
                      <a:pPr marL="0" indent="0" algn="l">
                        <a:spcAft>
                          <a:spcPts val="400"/>
                        </a:spcAft>
                        <a:buFont typeface="Arial"/>
                        <a:buNone/>
                      </a:pPr>
                      <a:endParaRPr lang="en-US" sz="2200" dirty="0"/>
                    </a:p>
                    <a:p>
                      <a:pPr marL="0" indent="0" algn="l">
                        <a:spcAft>
                          <a:spcPts val="400"/>
                        </a:spcAft>
                        <a:buFont typeface="Arial"/>
                        <a:buNone/>
                      </a:pPr>
                      <a:r>
                        <a:rPr sz="2200" dirty="0"/>
                        <a:t>SBC = 12 </a:t>
                      </a:r>
                      <a:r>
                        <a:rPr sz="2200" b="1" dirty="0"/>
                        <a:t>between </a:t>
                      </a:r>
                      <a:r>
                        <a:rPr lang="en-US" sz="2200" b="0" dirty="0"/>
                        <a:t>extended</a:t>
                      </a:r>
                      <a:r>
                        <a:rPr sz="2200" dirty="0"/>
                        <a:t> of fluent speech</a:t>
                      </a:r>
                      <a:endParaRPr lang="en-US" sz="2200" dirty="0"/>
                    </a:p>
                    <a:p>
                      <a:pPr marL="0" indent="0" algn="l">
                        <a:spcAft>
                          <a:spcPts val="400"/>
                        </a:spcAft>
                        <a:buFont typeface="Arial"/>
                        <a:buNone/>
                      </a:pPr>
                      <a:endParaRPr sz="2200" dirty="0"/>
                    </a:p>
                    <a:p>
                      <a:pPr marL="0" indent="0" algn="l">
                        <a:spcAft>
                          <a:spcPts val="400"/>
                        </a:spcAft>
                        <a:buFont typeface="Arial"/>
                        <a:buNone/>
                      </a:pPr>
                      <a:r>
                        <a:rPr sz="2200" dirty="0"/>
                        <a:t>give-way weakness; “fatigue” reported before any decrement</a:t>
                      </a:r>
                    </a:p>
                    <a:p>
                      <a:pPr marL="0" indent="0" algn="l">
                        <a:spcAft>
                          <a:spcPts val="400"/>
                        </a:spcAft>
                        <a:buFont typeface="Arial"/>
                        <a:buNone/>
                      </a:pPr>
                      <a:endParaRPr lang="en-US" sz="2200" dirty="0"/>
                    </a:p>
                    <a:p>
                      <a:pPr marL="0" indent="0" algn="l">
                        <a:spcAft>
                          <a:spcPts val="400"/>
                        </a:spcAft>
                        <a:buFont typeface="Arial"/>
                        <a:buNone/>
                      </a:pPr>
                      <a:r>
                        <a:rPr sz="2200" dirty="0"/>
                        <a:t>“can’t swallow” → SLP: regular diet</a:t>
                      </a:r>
                    </a:p>
                    <a:p>
                      <a:pPr marL="0" indent="0" algn="l">
                        <a:spcAft>
                          <a:spcPts val="400"/>
                        </a:spcAft>
                        <a:buFont typeface="Arial"/>
                        <a:buNone/>
                      </a:pPr>
                      <a:r>
                        <a:rPr sz="2200" dirty="0"/>
                        <a:t>worse with pain and fear</a:t>
                      </a:r>
                      <a:endParaRPr lang="en-US" sz="2200" dirty="0"/>
                    </a:p>
                    <a:p>
                      <a:pPr marL="0" indent="0" algn="l">
                        <a:spcAft>
                          <a:spcPts val="400"/>
                        </a:spcAft>
                        <a:buFont typeface="Arial"/>
                        <a:buNone/>
                      </a:pPr>
                      <a:endParaRPr sz="2000" dirty="0"/>
                    </a:p>
                  </a:txBody>
                  <a:tcPr/>
                </a:tc>
                <a:tc>
                  <a:txBody>
                    <a:bodyPr/>
                    <a:lstStyle/>
                    <a:p>
                      <a:pPr marL="0" indent="0" algn="l">
                        <a:spcAft>
                          <a:spcPts val="400"/>
                        </a:spcAft>
                        <a:buFont typeface="Arial"/>
                        <a:buNone/>
                      </a:pPr>
                      <a:r>
                        <a:rPr sz="2200" dirty="0"/>
                        <a:t>no ptosis</a:t>
                      </a:r>
                      <a:endParaRPr lang="en-US" sz="2200" dirty="0"/>
                    </a:p>
                    <a:p>
                      <a:pPr marL="0" indent="0" algn="l">
                        <a:spcAft>
                          <a:spcPts val="400"/>
                        </a:spcAft>
                        <a:buFont typeface="Arial"/>
                        <a:buNone/>
                      </a:pPr>
                      <a:endParaRPr lang="en-US" sz="2200" dirty="0"/>
                    </a:p>
                    <a:p>
                      <a:pPr marL="0" indent="0" algn="l">
                        <a:spcAft>
                          <a:spcPts val="400"/>
                        </a:spcAft>
                        <a:buFont typeface="Arial"/>
                        <a:buNone/>
                      </a:pPr>
                      <a:r>
                        <a:rPr sz="2200" dirty="0"/>
                        <a:t>4 antibodies negative; RNS normal ×2</a:t>
                      </a:r>
                      <a:endParaRPr lang="en-US" sz="2200" dirty="0"/>
                    </a:p>
                    <a:p>
                      <a:pPr marL="0" indent="0" algn="l">
                        <a:spcAft>
                          <a:spcPts val="400"/>
                        </a:spcAft>
                        <a:buFont typeface="Arial"/>
                        <a:buNone/>
                      </a:pPr>
                      <a:endParaRPr lang="en-US" sz="2200" dirty="0"/>
                    </a:p>
                    <a:p>
                      <a:pPr marL="0" indent="0" algn="l">
                        <a:spcAft>
                          <a:spcPts val="400"/>
                        </a:spcAft>
                        <a:buFont typeface="Arial"/>
                        <a:buNone/>
                      </a:pPr>
                      <a:r>
                        <a:rPr sz="2200" dirty="0"/>
                        <a:t>pyridostigmine failed; worse on IVIG / steroids / </a:t>
                      </a:r>
                      <a:r>
                        <a:rPr lang="en-US" sz="2200" dirty="0"/>
                        <a:t>azathioprine</a:t>
                      </a:r>
                    </a:p>
                    <a:p>
                      <a:pPr marL="0" indent="0" algn="l">
                        <a:spcAft>
                          <a:spcPts val="400"/>
                        </a:spcAft>
                        <a:buFont typeface="Arial"/>
                        <a:buNone/>
                      </a:pPr>
                      <a:endParaRPr lang="en-US" sz="2200" dirty="0"/>
                    </a:p>
                    <a:p>
                      <a:pPr marL="0" indent="0" algn="l">
                        <a:spcAft>
                          <a:spcPts val="400"/>
                        </a:spcAft>
                        <a:buFont typeface="Arial"/>
                        <a:buNone/>
                      </a:pPr>
                      <a:r>
                        <a:rPr sz="2200" dirty="0"/>
                        <a:t>MRI brain + spine normal → not MS / cord</a:t>
                      </a:r>
                    </a:p>
                  </a:txBody>
                  <a:tcPr/>
                </a:tc>
                <a:extLst>
                  <a:ext uri="{0D108BD9-81ED-4DB2-BD59-A6C34878D82A}">
                    <a16:rowId xmlns:a16="http://schemas.microsoft.com/office/drawing/2014/main" val="1767569753"/>
                  </a:ext>
                </a:extLst>
              </a:tr>
            </a:tbl>
          </a:graphicData>
        </a:graphic>
      </p:graphicFrame>
    </p:spTree>
    <p:extLst>
      <p:ext uri="{BB962C8B-B14F-4D97-AF65-F5344CB8AC3E}">
        <p14:creationId xmlns:p14="http://schemas.microsoft.com/office/powerpoint/2010/main" val="199623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b="1"/>
              <a:t>How good are the signs?</a:t>
            </a:r>
          </a:p>
        </p:txBody>
      </p:sp>
      <p:graphicFrame>
        <p:nvGraphicFramePr>
          <p:cNvPr id="3" name="Table 2"/>
          <p:cNvGraphicFramePr>
            <a:graphicFrameLocks noGrp="1"/>
          </p:cNvGraphicFramePr>
          <p:nvPr>
            <p:extLst>
              <p:ext uri="{D42A27DB-BD31-4B8C-83A1-F6EECF244321}">
                <p14:modId xmlns:p14="http://schemas.microsoft.com/office/powerpoint/2010/main" val="1740380063"/>
              </p:ext>
            </p:extLst>
          </p:nvPr>
        </p:nvGraphicFramePr>
        <p:xfrm>
          <a:off x="274319" y="1546014"/>
          <a:ext cx="6803814" cy="1828800"/>
        </p:xfrm>
        <a:graphic>
          <a:graphicData uri="http://schemas.openxmlformats.org/drawingml/2006/table">
            <a:tbl>
              <a:tblPr firstRow="1" bandRow="1">
                <a:tableStyleId>{1E171933-4619-4E11-9A3F-F7608DF75F80}</a:tableStyleId>
              </a:tblPr>
              <a:tblGrid>
                <a:gridCol w="3454244">
                  <a:extLst>
                    <a:ext uri="{9D8B030D-6E8A-4147-A177-3AD203B41FA5}">
                      <a16:colId xmlns:a16="http://schemas.microsoft.com/office/drawing/2014/main" val="20000"/>
                    </a:ext>
                  </a:extLst>
                </a:gridCol>
                <a:gridCol w="1674785">
                  <a:extLst>
                    <a:ext uri="{9D8B030D-6E8A-4147-A177-3AD203B41FA5}">
                      <a16:colId xmlns:a16="http://schemas.microsoft.com/office/drawing/2014/main" val="20001"/>
                    </a:ext>
                  </a:extLst>
                </a:gridCol>
                <a:gridCol w="1674785">
                  <a:extLst>
                    <a:ext uri="{9D8B030D-6E8A-4147-A177-3AD203B41FA5}">
                      <a16:colId xmlns:a16="http://schemas.microsoft.com/office/drawing/2014/main" val="20002"/>
                    </a:ext>
                  </a:extLst>
                </a:gridCol>
              </a:tblGrid>
              <a:tr h="457200">
                <a:tc>
                  <a:txBody>
                    <a:bodyPr/>
                    <a:lstStyle/>
                    <a:p>
                      <a:pPr algn="ctr"/>
                      <a:r>
                        <a:rPr sz="2400" b="1" dirty="0"/>
                        <a:t>sign</a:t>
                      </a:r>
                    </a:p>
                  </a:txBody>
                  <a:tcPr marL="54864" marR="54864" marT="27432" marB="27432" anchor="ctr"/>
                </a:tc>
                <a:tc>
                  <a:txBody>
                    <a:bodyPr/>
                    <a:lstStyle/>
                    <a:p>
                      <a:pPr algn="ctr"/>
                      <a:r>
                        <a:rPr sz="2400" b="1"/>
                        <a:t>sensitivity</a:t>
                      </a:r>
                    </a:p>
                  </a:txBody>
                  <a:tcPr marL="54864" marR="54864" marT="27432" marB="27432" anchor="ctr"/>
                </a:tc>
                <a:tc>
                  <a:txBody>
                    <a:bodyPr/>
                    <a:lstStyle/>
                    <a:p>
                      <a:pPr algn="ctr"/>
                      <a:r>
                        <a:rPr sz="2400" b="1"/>
                        <a:t>specificity</a:t>
                      </a:r>
                    </a:p>
                  </a:txBody>
                  <a:tcPr marL="54864" marR="54864" marT="27432" marB="27432" anchor="ctr"/>
                </a:tc>
                <a:extLst>
                  <a:ext uri="{0D108BD9-81ED-4DB2-BD59-A6C34878D82A}">
                    <a16:rowId xmlns:a16="http://schemas.microsoft.com/office/drawing/2014/main" val="10000"/>
                  </a:ext>
                </a:extLst>
              </a:tr>
              <a:tr h="457200">
                <a:tc>
                  <a:txBody>
                    <a:bodyPr/>
                    <a:lstStyle/>
                    <a:p>
                      <a:r>
                        <a:rPr sz="2400" dirty="0"/>
                        <a:t>Hoover’s sign</a:t>
                      </a:r>
                    </a:p>
                  </a:txBody>
                  <a:tcPr marL="54864" marR="54864" marT="27432" marB="27432" anchor="ctr"/>
                </a:tc>
                <a:tc>
                  <a:txBody>
                    <a:bodyPr/>
                    <a:lstStyle/>
                    <a:p>
                      <a:pPr algn="ctr"/>
                      <a:r>
                        <a:rPr sz="2400"/>
                        <a:t>63%</a:t>
                      </a:r>
                    </a:p>
                  </a:txBody>
                  <a:tcPr marL="54864" marR="54864" marT="27432" marB="27432" anchor="ctr"/>
                </a:tc>
                <a:tc>
                  <a:txBody>
                    <a:bodyPr/>
                    <a:lstStyle/>
                    <a:p>
                      <a:pPr algn="ctr"/>
                      <a:r>
                        <a:rPr sz="2400"/>
                        <a:t>100%</a:t>
                      </a:r>
                    </a:p>
                  </a:txBody>
                  <a:tcPr marL="54864" marR="54864" marT="27432" marB="27432" anchor="ctr"/>
                </a:tc>
                <a:extLst>
                  <a:ext uri="{0D108BD9-81ED-4DB2-BD59-A6C34878D82A}">
                    <a16:rowId xmlns:a16="http://schemas.microsoft.com/office/drawing/2014/main" val="10001"/>
                  </a:ext>
                </a:extLst>
              </a:tr>
              <a:tr h="457200">
                <a:tc>
                  <a:txBody>
                    <a:bodyPr/>
                    <a:lstStyle/>
                    <a:p>
                      <a:r>
                        <a:rPr sz="2400" dirty="0"/>
                        <a:t>hip abductor sign</a:t>
                      </a:r>
                    </a:p>
                  </a:txBody>
                  <a:tcPr marL="54864" marR="54864" marT="27432" marB="27432" anchor="ctr"/>
                </a:tc>
                <a:tc>
                  <a:txBody>
                    <a:bodyPr/>
                    <a:lstStyle/>
                    <a:p>
                      <a:pPr algn="ctr"/>
                      <a:r>
                        <a:rPr sz="2400" dirty="0"/>
                        <a:t>100%*</a:t>
                      </a:r>
                    </a:p>
                  </a:txBody>
                  <a:tcPr marL="54864" marR="54864" marT="27432" marB="27432" anchor="ctr"/>
                </a:tc>
                <a:tc>
                  <a:txBody>
                    <a:bodyPr/>
                    <a:lstStyle/>
                    <a:p>
                      <a:pPr algn="ctr"/>
                      <a:r>
                        <a:rPr sz="2400" dirty="0"/>
                        <a:t>100%*</a:t>
                      </a:r>
                    </a:p>
                  </a:txBody>
                  <a:tcPr marL="54864" marR="54864" marT="27432" marB="27432" anchor="ctr"/>
                </a:tc>
                <a:extLst>
                  <a:ext uri="{0D108BD9-81ED-4DB2-BD59-A6C34878D82A}">
                    <a16:rowId xmlns:a16="http://schemas.microsoft.com/office/drawing/2014/main" val="10002"/>
                  </a:ext>
                </a:extLst>
              </a:tr>
              <a:tr h="457200">
                <a:tc>
                  <a:txBody>
                    <a:bodyPr/>
                    <a:lstStyle/>
                    <a:p>
                      <a:r>
                        <a:rPr sz="2400"/>
                        <a:t>drift without pronation</a:t>
                      </a:r>
                    </a:p>
                  </a:txBody>
                  <a:tcPr marL="54864" marR="54864" marT="27432" marB="27432" anchor="ctr"/>
                </a:tc>
                <a:tc>
                  <a:txBody>
                    <a:bodyPr/>
                    <a:lstStyle/>
                    <a:p>
                      <a:pPr algn="ctr"/>
                      <a:r>
                        <a:rPr sz="2400"/>
                        <a:t>100%</a:t>
                      </a:r>
                    </a:p>
                  </a:txBody>
                  <a:tcPr marL="54864" marR="54864" marT="27432" marB="27432" anchor="ctr"/>
                </a:tc>
                <a:tc>
                  <a:txBody>
                    <a:bodyPr/>
                    <a:lstStyle/>
                    <a:p>
                      <a:pPr algn="ctr"/>
                      <a:r>
                        <a:rPr sz="2400" dirty="0"/>
                        <a:t>~93%</a:t>
                      </a:r>
                    </a:p>
                  </a:txBody>
                  <a:tcPr marL="54864" marR="54864" marT="27432" marB="27432" anchor="ctr"/>
                </a:tc>
                <a:extLst>
                  <a:ext uri="{0D108BD9-81ED-4DB2-BD59-A6C34878D82A}">
                    <a16:rowId xmlns:a16="http://schemas.microsoft.com/office/drawing/2014/main" val="10003"/>
                  </a:ext>
                </a:extLst>
              </a:tr>
            </a:tbl>
          </a:graphicData>
        </a:graphic>
      </p:graphicFrame>
      <p:pic>
        <p:nvPicPr>
          <p:cNvPr id="5" name="Picture 4" descr="drift_espay.png"/>
          <p:cNvPicPr>
            <a:picLocks noChangeAspect="1"/>
          </p:cNvPicPr>
          <p:nvPr/>
        </p:nvPicPr>
        <p:blipFill>
          <a:blip r:embed="rId3"/>
          <a:stretch>
            <a:fillRect/>
          </a:stretch>
        </p:blipFill>
        <p:spPr>
          <a:xfrm>
            <a:off x="3931920" y="3593592"/>
            <a:ext cx="4861885" cy="2488524"/>
          </a:xfrm>
          <a:prstGeom prst="rect">
            <a:avLst/>
          </a:prstGeom>
        </p:spPr>
      </p:pic>
      <p:sp>
        <p:nvSpPr>
          <p:cNvPr id="6" name="TextBox 5"/>
          <p:cNvSpPr txBox="1"/>
          <p:nvPr/>
        </p:nvSpPr>
        <p:spPr>
          <a:xfrm>
            <a:off x="274320" y="3977639"/>
            <a:ext cx="3657600" cy="2031325"/>
          </a:xfrm>
          <a:prstGeom prst="rect">
            <a:avLst/>
          </a:prstGeom>
          <a:noFill/>
        </p:spPr>
        <p:txBody>
          <a:bodyPr wrap="square">
            <a:spAutoFit/>
          </a:bodyPr>
          <a:lstStyle/>
          <a:p>
            <a:r>
              <a:rPr lang="en-US" sz="2200" b="1" dirty="0"/>
              <a:t>Honest answer:</a:t>
            </a:r>
          </a:p>
          <a:p>
            <a:endParaRPr lang="en-US" sz="2200" b="1" dirty="0"/>
          </a:p>
          <a:p>
            <a:pPr algn="ctr"/>
            <a:r>
              <a:rPr lang="en-US" altLang="ja-JP" sz="6000" dirty="0">
                <a:solidFill>
                  <a:srgbClr val="0C0D0E"/>
                </a:solidFill>
                <a:latin typeface="ui-monospace"/>
              </a:rPr>
              <a:t>¯\_(</a:t>
            </a:r>
            <a:r>
              <a:rPr lang="ja-JP" altLang="en-US" sz="6000">
                <a:solidFill>
                  <a:srgbClr val="0C0D0E"/>
                </a:solidFill>
                <a:latin typeface="ui-monospace"/>
              </a:rPr>
              <a:t>ツ</a:t>
            </a:r>
            <a:r>
              <a:rPr lang="en-US" altLang="ja-JP" sz="6000" dirty="0">
                <a:solidFill>
                  <a:srgbClr val="0C0D0E"/>
                </a:solidFill>
                <a:latin typeface="ui-monospace"/>
              </a:rPr>
              <a:t>)_/¯</a:t>
            </a:r>
            <a:endParaRPr lang="en-US" sz="6000" dirty="0"/>
          </a:p>
          <a:p>
            <a:endParaRPr sz="2200" dirty="0"/>
          </a:p>
        </p:txBody>
      </p:sp>
      <p:sp>
        <p:nvSpPr>
          <p:cNvPr id="8" name="TextBox 7"/>
          <p:cNvSpPr txBox="1"/>
          <p:nvPr/>
        </p:nvSpPr>
        <p:spPr>
          <a:xfrm>
            <a:off x="228600" y="6446520"/>
            <a:ext cx="8686800" cy="320040"/>
          </a:xfrm>
          <a:prstGeom prst="rect">
            <a:avLst/>
          </a:prstGeom>
          <a:noFill/>
        </p:spPr>
        <p:txBody>
          <a:bodyPr wrap="square">
            <a:spAutoFit/>
          </a:bodyPr>
          <a:lstStyle/>
          <a:p>
            <a:r>
              <a:rPr sz="1100">
                <a:solidFill>
                  <a:srgbClr val="595959"/>
                </a:solidFill>
              </a:rPr>
              <a:t>Daum et al., JNNP 2014;85:180–190 (systematic review) · McWhirter 2011 · Sonoo 2004 · Daum &amp; Aybek 2013 · figure: Espay 2018</a:t>
            </a:r>
          </a:p>
        </p:txBody>
      </p:sp>
      <p:sp>
        <p:nvSpPr>
          <p:cNvPr id="9" name="TextBox 8">
            <a:extLst>
              <a:ext uri="{FF2B5EF4-FFF2-40B4-BE49-F238E27FC236}">
                <a16:creationId xmlns:a16="http://schemas.microsoft.com/office/drawing/2014/main" id="{F7825BA6-C8DB-0CA4-9AA8-96F6393F75AF}"/>
              </a:ext>
            </a:extLst>
          </p:cNvPr>
          <p:cNvSpPr txBox="1"/>
          <p:nvPr/>
        </p:nvSpPr>
        <p:spPr>
          <a:xfrm>
            <a:off x="762001" y="974960"/>
            <a:ext cx="3953133" cy="461665"/>
          </a:xfrm>
          <a:prstGeom prst="rect">
            <a:avLst/>
          </a:prstGeom>
          <a:noFill/>
        </p:spPr>
        <p:txBody>
          <a:bodyPr wrap="none" rtlCol="0">
            <a:spAutoFit/>
          </a:bodyPr>
          <a:lstStyle/>
          <a:p>
            <a:r>
              <a:rPr lang="en-US" sz="2400" dirty="0"/>
              <a:t>Good in some small studies: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lang="en-US" b="1" dirty="0"/>
              <a:t>Pathophysiology</a:t>
            </a:r>
            <a:endParaRPr b="1" dirty="0"/>
          </a:p>
        </p:txBody>
      </p:sp>
      <p:sp>
        <p:nvSpPr>
          <p:cNvPr id="3" name="Content Placeholder 2"/>
          <p:cNvSpPr>
            <a:spLocks noGrp="1"/>
          </p:cNvSpPr>
          <p:nvPr>
            <p:ph idx="1"/>
          </p:nvPr>
        </p:nvSpPr>
        <p:spPr>
          <a:xfrm>
            <a:off x="192024" y="795528"/>
            <a:ext cx="8714232" cy="5724143"/>
          </a:xfrm>
        </p:spPr>
        <p:txBody>
          <a:bodyPr>
            <a:normAutofit/>
          </a:bodyPr>
          <a:lstStyle/>
          <a:p>
            <a:pPr marL="0" indent="0">
              <a:lnSpc>
                <a:spcPct val="110000"/>
              </a:lnSpc>
              <a:buNone/>
            </a:pPr>
            <a:r>
              <a:rPr lang="en-US" sz="3000" dirty="0"/>
              <a:t>Not much is known reliable.</a:t>
            </a:r>
            <a:endParaRPr lang="en-US" sz="2200" dirty="0"/>
          </a:p>
          <a:p>
            <a:pPr marL="0" indent="0">
              <a:lnSpc>
                <a:spcPct val="110000"/>
              </a:lnSpc>
              <a:buNone/>
            </a:pPr>
            <a:endParaRPr lang="en-US" sz="2600" dirty="0"/>
          </a:p>
          <a:p>
            <a:pPr marL="0" indent="0">
              <a:lnSpc>
                <a:spcPct val="110000"/>
              </a:lnSpc>
              <a:buNone/>
            </a:pPr>
            <a:r>
              <a:rPr lang="en-US" sz="2600" i="1" dirty="0"/>
              <a:t>Limitations of almost the entire literature:</a:t>
            </a:r>
          </a:p>
          <a:p>
            <a:pPr marL="0" indent="0">
              <a:lnSpc>
                <a:spcPct val="110000"/>
              </a:lnSpc>
              <a:buNone/>
            </a:pPr>
            <a:r>
              <a:rPr lang="en-US" sz="2600" dirty="0"/>
              <a:t>1. </a:t>
            </a:r>
            <a:r>
              <a:rPr sz="2600" dirty="0"/>
              <a:t>small samples </a:t>
            </a:r>
            <a:r>
              <a:rPr lang="en-US" sz="2600" dirty="0"/>
              <a:t>so lots of</a:t>
            </a:r>
            <a:r>
              <a:rPr sz="2600" dirty="0"/>
              <a:t> false positives</a:t>
            </a:r>
            <a:r>
              <a:rPr lang="en-US" sz="2600" dirty="0"/>
              <a:t>, poor replication</a:t>
            </a:r>
          </a:p>
          <a:p>
            <a:pPr marL="0" indent="0">
              <a:lnSpc>
                <a:spcPct val="110000"/>
              </a:lnSpc>
              <a:buNone/>
            </a:pPr>
            <a:r>
              <a:rPr lang="en-US" sz="2600" dirty="0"/>
              <a:t>2. data is </a:t>
            </a:r>
            <a:r>
              <a:rPr sz="2600" dirty="0"/>
              <a:t>not pre vs post</a:t>
            </a:r>
            <a:r>
              <a:rPr lang="en-US" sz="2600" dirty="0"/>
              <a:t> comparisons (hard to infer causes)</a:t>
            </a:r>
          </a:p>
          <a:p>
            <a:pPr marL="0" indent="0">
              <a:lnSpc>
                <a:spcPct val="110000"/>
              </a:lnSpc>
              <a:buNone/>
            </a:pPr>
            <a:r>
              <a:rPr lang="en-US" sz="2600" dirty="0"/>
              <a:t>3. debatable </a:t>
            </a:r>
            <a:r>
              <a:rPr sz="2600" dirty="0"/>
              <a:t>controls: functional tremor should be compared with other tremor</a:t>
            </a:r>
          </a:p>
          <a:p>
            <a:pPr marL="0" indent="0">
              <a:lnSpc>
                <a:spcPct val="110000"/>
              </a:lnSpc>
              <a:buNone/>
            </a:pPr>
            <a:endParaRPr sz="2000" dirty="0"/>
          </a:p>
          <a:p>
            <a:pPr marL="0" indent="0">
              <a:lnSpc>
                <a:spcPct val="110000"/>
              </a:lnSpc>
              <a:buNone/>
            </a:pPr>
            <a:r>
              <a:rPr sz="2000" i="1" dirty="0"/>
              <a:t>FND imaging “continues to lag behind other prevalent neuropsychiatric disorders”</a:t>
            </a:r>
            <a:r>
              <a:rPr sz="2000" dirty="0"/>
              <a:t> — Perez et al. 2021</a:t>
            </a:r>
          </a:p>
        </p:txBody>
      </p:sp>
      <p:sp>
        <p:nvSpPr>
          <p:cNvPr id="4" name="TextBox 3"/>
          <p:cNvSpPr txBox="1"/>
          <p:nvPr/>
        </p:nvSpPr>
        <p:spPr>
          <a:xfrm>
            <a:off x="228600" y="6446520"/>
            <a:ext cx="8686800" cy="320040"/>
          </a:xfrm>
          <a:prstGeom prst="rect">
            <a:avLst/>
          </a:prstGeom>
          <a:noFill/>
        </p:spPr>
        <p:txBody>
          <a:bodyPr wrap="square">
            <a:spAutoFit/>
          </a:bodyPr>
          <a:lstStyle/>
          <a:p>
            <a:r>
              <a:rPr sz="1100">
                <a:solidFill>
                  <a:srgbClr val="595959"/>
                </a:solidFill>
              </a:rPr>
              <a:t>Perez et al., NeuroImage Clin 2021;30:102623 · Bègue et al., NeuroImage Clin 2019 (“a software and hardware problem?”) · Hallett 2022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0D332-D58A-B833-5575-52DC0D8AFFC8}"/>
              </a:ext>
            </a:extLst>
          </p:cNvPr>
          <p:cNvSpPr>
            <a:spLocks noGrp="1"/>
          </p:cNvSpPr>
          <p:nvPr>
            <p:ph type="title"/>
          </p:nvPr>
        </p:nvSpPr>
        <p:spPr/>
        <p:txBody>
          <a:bodyPr>
            <a:normAutofit/>
          </a:bodyPr>
          <a:lstStyle/>
          <a:p>
            <a:r>
              <a:rPr lang="en-US" sz="3600" b="1" dirty="0"/>
              <a:t>Hallett et al. (2022)’s very busy model</a:t>
            </a:r>
          </a:p>
        </p:txBody>
      </p:sp>
      <p:sp>
        <p:nvSpPr>
          <p:cNvPr id="3" name="Content Placeholder 2">
            <a:extLst>
              <a:ext uri="{FF2B5EF4-FFF2-40B4-BE49-F238E27FC236}">
                <a16:creationId xmlns:a16="http://schemas.microsoft.com/office/drawing/2014/main" id="{AD4D6811-E314-B005-D689-834A87E141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722CB9C-9B99-6D60-F5B3-79EC26C7F70D}"/>
              </a:ext>
            </a:extLst>
          </p:cNvPr>
          <p:cNvPicPr>
            <a:picLocks noChangeAspect="1"/>
          </p:cNvPicPr>
          <p:nvPr/>
        </p:nvPicPr>
        <p:blipFill>
          <a:blip r:embed="rId2"/>
          <a:stretch>
            <a:fillRect/>
          </a:stretch>
        </p:blipFill>
        <p:spPr>
          <a:xfrm>
            <a:off x="1185332" y="662371"/>
            <a:ext cx="7272867" cy="5941334"/>
          </a:xfrm>
          <a:prstGeom prst="rect">
            <a:avLst/>
          </a:prstGeom>
        </p:spPr>
      </p:pic>
    </p:spTree>
    <p:extLst>
      <p:ext uri="{BB962C8B-B14F-4D97-AF65-F5344CB8AC3E}">
        <p14:creationId xmlns:p14="http://schemas.microsoft.com/office/powerpoint/2010/main" val="4196739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9EA47-78A9-CE51-E013-939B1A94D697}"/>
              </a:ext>
            </a:extLst>
          </p:cNvPr>
          <p:cNvSpPr>
            <a:spLocks noGrp="1"/>
          </p:cNvSpPr>
          <p:nvPr>
            <p:ph type="title"/>
          </p:nvPr>
        </p:nvSpPr>
        <p:spPr>
          <a:xfrm>
            <a:off x="194698" y="136525"/>
            <a:ext cx="7886700" cy="998008"/>
          </a:xfrm>
        </p:spPr>
        <p:txBody>
          <a:bodyPr>
            <a:noAutofit/>
          </a:bodyPr>
          <a:lstStyle/>
          <a:p>
            <a:r>
              <a:rPr lang="en-US" sz="3600" b="1" dirty="0"/>
              <a:t>1. limbic -&gt; supplementary motor area connections are stronger in FND</a:t>
            </a:r>
          </a:p>
        </p:txBody>
      </p:sp>
      <p:pic>
        <p:nvPicPr>
          <p:cNvPr id="4" name="Picture 3">
            <a:extLst>
              <a:ext uri="{FF2B5EF4-FFF2-40B4-BE49-F238E27FC236}">
                <a16:creationId xmlns:a16="http://schemas.microsoft.com/office/drawing/2014/main" id="{8D9793B1-4983-5DC1-FA19-61019C165056}"/>
              </a:ext>
            </a:extLst>
          </p:cNvPr>
          <p:cNvPicPr>
            <a:picLocks noChangeAspect="1"/>
          </p:cNvPicPr>
          <p:nvPr/>
        </p:nvPicPr>
        <p:blipFill>
          <a:blip r:embed="rId2"/>
          <a:srcRect b="15208"/>
          <a:stretch>
            <a:fillRect/>
          </a:stretch>
        </p:blipFill>
        <p:spPr>
          <a:xfrm>
            <a:off x="1587535" y="1134533"/>
            <a:ext cx="4677798" cy="5494760"/>
          </a:xfrm>
          <a:prstGeom prst="rect">
            <a:avLst/>
          </a:prstGeom>
        </p:spPr>
      </p:pic>
    </p:spTree>
    <p:extLst>
      <p:ext uri="{BB962C8B-B14F-4D97-AF65-F5344CB8AC3E}">
        <p14:creationId xmlns:p14="http://schemas.microsoft.com/office/powerpoint/2010/main" val="2815792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E404-0874-3BFD-0432-469F39A46E3F}"/>
              </a:ext>
            </a:extLst>
          </p:cNvPr>
          <p:cNvSpPr>
            <a:spLocks noGrp="1"/>
          </p:cNvSpPr>
          <p:nvPr>
            <p:ph type="title"/>
          </p:nvPr>
        </p:nvSpPr>
        <p:spPr>
          <a:xfrm>
            <a:off x="194697" y="136525"/>
            <a:ext cx="8779969" cy="653890"/>
          </a:xfrm>
        </p:spPr>
        <p:txBody>
          <a:bodyPr>
            <a:noAutofit/>
          </a:bodyPr>
          <a:lstStyle/>
          <a:p>
            <a:r>
              <a:rPr lang="en-US" sz="3600" b="1" dirty="0"/>
              <a:t>2. “did I do that?” detector (</a:t>
            </a:r>
            <a:r>
              <a:rPr lang="en-US" sz="3600" b="1" dirty="0" err="1"/>
              <a:t>rTPJ</a:t>
            </a:r>
            <a:r>
              <a:rPr lang="en-US" sz="3600" b="1" dirty="0"/>
              <a:t>) less active</a:t>
            </a:r>
          </a:p>
        </p:txBody>
      </p:sp>
      <p:pic>
        <p:nvPicPr>
          <p:cNvPr id="4" name="Picture 3">
            <a:extLst>
              <a:ext uri="{FF2B5EF4-FFF2-40B4-BE49-F238E27FC236}">
                <a16:creationId xmlns:a16="http://schemas.microsoft.com/office/drawing/2014/main" id="{A50EB6D0-F2BF-6DD2-E107-D3B086BD2DAF}"/>
              </a:ext>
            </a:extLst>
          </p:cNvPr>
          <p:cNvPicPr>
            <a:picLocks noChangeAspect="1"/>
          </p:cNvPicPr>
          <p:nvPr/>
        </p:nvPicPr>
        <p:blipFill>
          <a:blip r:embed="rId2"/>
          <a:stretch>
            <a:fillRect/>
          </a:stretch>
        </p:blipFill>
        <p:spPr>
          <a:xfrm>
            <a:off x="345734" y="1243541"/>
            <a:ext cx="8628932" cy="4370917"/>
          </a:xfrm>
          <a:prstGeom prst="rect">
            <a:avLst/>
          </a:prstGeom>
        </p:spPr>
      </p:pic>
    </p:spTree>
    <p:extLst>
      <p:ext uri="{BB962C8B-B14F-4D97-AF65-F5344CB8AC3E}">
        <p14:creationId xmlns:p14="http://schemas.microsoft.com/office/powerpoint/2010/main" val="3881677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lang="en-US" b="1" dirty="0"/>
              <a:t>s</a:t>
            </a:r>
            <a:r>
              <a:rPr b="1" dirty="0"/>
              <a:t>cience → treatment?</a:t>
            </a:r>
          </a:p>
        </p:txBody>
      </p:sp>
      <p:graphicFrame>
        <p:nvGraphicFramePr>
          <p:cNvPr id="3" name="Table 2"/>
          <p:cNvGraphicFramePr>
            <a:graphicFrameLocks noGrp="1"/>
          </p:cNvGraphicFramePr>
          <p:nvPr>
            <p:extLst>
              <p:ext uri="{D42A27DB-BD31-4B8C-83A1-F6EECF244321}">
                <p14:modId xmlns:p14="http://schemas.microsoft.com/office/powerpoint/2010/main" val="2193474095"/>
              </p:ext>
            </p:extLst>
          </p:nvPr>
        </p:nvGraphicFramePr>
        <p:xfrm>
          <a:off x="1732110" y="1252782"/>
          <a:ext cx="5606627" cy="3291840"/>
        </p:xfrm>
        <a:graphic>
          <a:graphicData uri="http://schemas.openxmlformats.org/drawingml/2006/table">
            <a:tbl>
              <a:tblPr firstRow="1" bandRow="1">
                <a:tableStyleId>{1E171933-4619-4E11-9A3F-F7608DF75F80}</a:tableStyleId>
              </a:tblPr>
              <a:tblGrid>
                <a:gridCol w="2750421">
                  <a:extLst>
                    <a:ext uri="{9D8B030D-6E8A-4147-A177-3AD203B41FA5}">
                      <a16:colId xmlns:a16="http://schemas.microsoft.com/office/drawing/2014/main" val="20000"/>
                    </a:ext>
                  </a:extLst>
                </a:gridCol>
                <a:gridCol w="2856206">
                  <a:extLst>
                    <a:ext uri="{9D8B030D-6E8A-4147-A177-3AD203B41FA5}">
                      <a16:colId xmlns:a16="http://schemas.microsoft.com/office/drawing/2014/main" val="20001"/>
                    </a:ext>
                  </a:extLst>
                </a:gridCol>
              </a:tblGrid>
              <a:tr h="822960">
                <a:tc>
                  <a:txBody>
                    <a:bodyPr/>
                    <a:lstStyle/>
                    <a:p>
                      <a:pPr algn="ctr"/>
                      <a:r>
                        <a:rPr sz="2400" b="1"/>
                        <a:t>finding</a:t>
                      </a:r>
                    </a:p>
                  </a:txBody>
                  <a:tcPr marL="54864" marR="54864" marT="27432" marB="27432" anchor="ctr"/>
                </a:tc>
                <a:tc>
                  <a:txBody>
                    <a:bodyPr/>
                    <a:lstStyle/>
                    <a:p>
                      <a:pPr algn="ctr"/>
                      <a:r>
                        <a:rPr lang="en-US" sz="2400" b="1" dirty="0"/>
                        <a:t>treatment</a:t>
                      </a:r>
                      <a:endParaRPr sz="2400" b="1" dirty="0"/>
                    </a:p>
                  </a:txBody>
                  <a:tcPr marL="54864" marR="54864" marT="27432" marB="27432" anchor="ctr"/>
                </a:tc>
                <a:extLst>
                  <a:ext uri="{0D108BD9-81ED-4DB2-BD59-A6C34878D82A}">
                    <a16:rowId xmlns:a16="http://schemas.microsoft.com/office/drawing/2014/main" val="10000"/>
                  </a:ext>
                </a:extLst>
              </a:tr>
              <a:tr h="822960">
                <a:tc>
                  <a:txBody>
                    <a:bodyPr/>
                    <a:lstStyle/>
                    <a:p>
                      <a:pPr algn="ctr"/>
                      <a:r>
                        <a:rPr lang="en-US" sz="2400" dirty="0"/>
                        <a:t>limbic system</a:t>
                      </a:r>
                      <a:br>
                        <a:rPr lang="en-US" sz="2400" dirty="0"/>
                      </a:br>
                      <a:r>
                        <a:rPr sz="2400" dirty="0"/>
                        <a:t> over-active</a:t>
                      </a:r>
                    </a:p>
                  </a:txBody>
                  <a:tcPr marL="54864" marR="54864" marT="27432" marB="27432" anchor="ctr"/>
                </a:tc>
                <a:tc>
                  <a:txBody>
                    <a:bodyPr/>
                    <a:lstStyle/>
                    <a:p>
                      <a:pPr algn="ctr"/>
                      <a:r>
                        <a:rPr sz="2400" dirty="0"/>
                        <a:t>benzos?</a:t>
                      </a:r>
                    </a:p>
                  </a:txBody>
                  <a:tcPr marL="54864" marR="54864" marT="27432" marB="27432" anchor="ctr"/>
                </a:tc>
                <a:extLst>
                  <a:ext uri="{0D108BD9-81ED-4DB2-BD59-A6C34878D82A}">
                    <a16:rowId xmlns:a16="http://schemas.microsoft.com/office/drawing/2014/main" val="10001"/>
                  </a:ext>
                </a:extLst>
              </a:tr>
              <a:tr h="822960">
                <a:tc>
                  <a:txBody>
                    <a:bodyPr/>
                    <a:lstStyle/>
                    <a:p>
                      <a:pPr algn="ctr"/>
                      <a:r>
                        <a:rPr sz="2400"/>
                        <a:t>rTPJ / agency offline</a:t>
                      </a:r>
                    </a:p>
                  </a:txBody>
                  <a:tcPr marL="54864" marR="54864" marT="27432" marB="27432" anchor="ctr"/>
                </a:tc>
                <a:tc>
                  <a:txBody>
                    <a:bodyPr/>
                    <a:lstStyle/>
                    <a:p>
                      <a:pPr algn="ctr"/>
                      <a:r>
                        <a:rPr sz="2400" dirty="0"/>
                        <a:t>TMS to the </a:t>
                      </a:r>
                      <a:r>
                        <a:rPr sz="2400" dirty="0" err="1"/>
                        <a:t>rTPJ</a:t>
                      </a:r>
                      <a:r>
                        <a:rPr sz="2400" dirty="0"/>
                        <a:t>?  </a:t>
                      </a:r>
                    </a:p>
                  </a:txBody>
                  <a:tcPr marL="54864" marR="54864" marT="27432" marB="27432" anchor="ctr"/>
                </a:tc>
                <a:extLst>
                  <a:ext uri="{0D108BD9-81ED-4DB2-BD59-A6C34878D82A}">
                    <a16:rowId xmlns:a16="http://schemas.microsoft.com/office/drawing/2014/main" val="10002"/>
                  </a:ext>
                </a:extLst>
              </a:tr>
              <a:tr h="822960">
                <a:tc>
                  <a:txBody>
                    <a:bodyPr/>
                    <a:lstStyle/>
                    <a:p>
                      <a:pPr algn="ctr"/>
                      <a:r>
                        <a:rPr lang="en-US" sz="2400" dirty="0"/>
                        <a:t>better with distraction</a:t>
                      </a:r>
                      <a:endParaRPr sz="2400" dirty="0"/>
                    </a:p>
                  </a:txBody>
                  <a:tcPr marL="54864" marR="54864" marT="27432" marB="27432" anchor="ctr"/>
                </a:tc>
                <a:tc>
                  <a:txBody>
                    <a:bodyPr/>
                    <a:lstStyle/>
                    <a:p>
                      <a:pPr algn="ctr"/>
                      <a:r>
                        <a:rPr lang="en-US" sz="2400" dirty="0"/>
                        <a:t>cognitive and PT approaches</a:t>
                      </a:r>
                      <a:endParaRPr sz="2400" dirty="0"/>
                    </a:p>
                  </a:txBody>
                  <a:tcPr marL="54864" marR="54864" marT="27432" marB="27432" anchor="ctr"/>
                </a:tc>
                <a:extLst>
                  <a:ext uri="{0D108BD9-81ED-4DB2-BD59-A6C34878D82A}">
                    <a16:rowId xmlns:a16="http://schemas.microsoft.com/office/drawing/2014/main" val="10003"/>
                  </a:ext>
                </a:extLst>
              </a:tr>
            </a:tbl>
          </a:graphicData>
        </a:graphic>
      </p:graphicFrame>
      <p:sp>
        <p:nvSpPr>
          <p:cNvPr id="4" name="TextBox 3"/>
          <p:cNvSpPr txBox="1"/>
          <p:nvPr/>
        </p:nvSpPr>
        <p:spPr>
          <a:xfrm>
            <a:off x="320040" y="5143553"/>
            <a:ext cx="8503920" cy="461665"/>
          </a:xfrm>
          <a:prstGeom prst="rect">
            <a:avLst/>
          </a:prstGeom>
          <a:noFill/>
        </p:spPr>
        <p:txBody>
          <a:bodyPr wrap="square">
            <a:spAutoFit/>
          </a:bodyPr>
          <a:lstStyle/>
          <a:p>
            <a:r>
              <a:rPr lang="en-US" sz="2400" b="1" dirty="0"/>
              <a:t>note: </a:t>
            </a:r>
            <a:r>
              <a:rPr lang="en-US" sz="2400" dirty="0"/>
              <a:t>no drugs shown to help!</a:t>
            </a:r>
            <a:endParaRPr sz="2400" dirty="0"/>
          </a:p>
        </p:txBody>
      </p:sp>
      <p:sp>
        <p:nvSpPr>
          <p:cNvPr id="5" name="TextBox 4"/>
          <p:cNvSpPr txBox="1"/>
          <p:nvPr/>
        </p:nvSpPr>
        <p:spPr>
          <a:xfrm>
            <a:off x="228600" y="6446520"/>
            <a:ext cx="8686800" cy="320040"/>
          </a:xfrm>
          <a:prstGeom prst="rect">
            <a:avLst/>
          </a:prstGeom>
          <a:noFill/>
        </p:spPr>
        <p:txBody>
          <a:bodyPr wrap="square">
            <a:spAutoFit/>
          </a:bodyPr>
          <a:lstStyle/>
          <a:p>
            <a:r>
              <a:rPr sz="1100" dirty="0" err="1">
                <a:solidFill>
                  <a:srgbClr val="595959"/>
                </a:solidFill>
              </a:rPr>
              <a:t>Espay</a:t>
            </a:r>
            <a:r>
              <a:rPr sz="1100" dirty="0">
                <a:solidFill>
                  <a:srgbClr val="595959"/>
                </a:solidFill>
              </a:rPr>
              <a:t> 2018 · Bennett/Stone 2021 · Pollak et al., JNNP 2014 (TMS: effects likely cognitive-</a:t>
            </a:r>
            <a:r>
              <a:rPr sz="1100" dirty="0" err="1">
                <a:solidFill>
                  <a:srgbClr val="595959"/>
                </a:solidFill>
              </a:rPr>
              <a:t>behavioural</a:t>
            </a:r>
            <a:r>
              <a:rPr sz="1100" dirty="0">
                <a:solidFill>
                  <a:srgbClr val="595959"/>
                </a:solidFill>
              </a:rPr>
              <a:t>, not cortical)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lang="en-US" b="1" dirty="0"/>
              <a:t>More on CBT/PT</a:t>
            </a:r>
            <a:endParaRPr b="1" dirty="0"/>
          </a:p>
        </p:txBody>
      </p:sp>
      <p:sp>
        <p:nvSpPr>
          <p:cNvPr id="3" name="Content Placeholder 2"/>
          <p:cNvSpPr>
            <a:spLocks noGrp="1"/>
          </p:cNvSpPr>
          <p:nvPr>
            <p:ph idx="1"/>
          </p:nvPr>
        </p:nvSpPr>
        <p:spPr>
          <a:xfrm>
            <a:off x="192024" y="1033271"/>
            <a:ext cx="8714232" cy="5486400"/>
          </a:xfrm>
        </p:spPr>
        <p:txBody>
          <a:bodyPr>
            <a:normAutofit/>
          </a:bodyPr>
          <a:lstStyle/>
          <a:p>
            <a:pPr marL="0" indent="0">
              <a:spcAft>
                <a:spcPts val="600"/>
              </a:spcAft>
              <a:buNone/>
            </a:pPr>
            <a:r>
              <a:rPr lang="en-US" sz="2400" dirty="0"/>
              <a:t>1. Cognitive: show patient (e.g. on video) their muscles work</a:t>
            </a:r>
            <a:endParaRPr sz="2400" dirty="0"/>
          </a:p>
          <a:p>
            <a:pPr marL="0" indent="0">
              <a:spcAft>
                <a:spcPts val="600"/>
              </a:spcAft>
              <a:buNone/>
            </a:pPr>
            <a:r>
              <a:rPr lang="en-US" sz="2400" dirty="0"/>
              <a:t>2. Exercises where they practice while distracted or using “new” movements</a:t>
            </a:r>
          </a:p>
          <a:p>
            <a:pPr marL="0" indent="0">
              <a:spcAft>
                <a:spcPts val="600"/>
              </a:spcAft>
              <a:buNone/>
            </a:pPr>
            <a:r>
              <a:rPr lang="en-US" sz="2400" dirty="0"/>
              <a:t>	</a:t>
            </a:r>
            <a:r>
              <a:rPr lang="en-US" sz="2000" dirty="0"/>
              <a:t>- “get the milk” instead of “walk to fridge” or “move that leg”</a:t>
            </a:r>
            <a:endParaRPr sz="2000" dirty="0"/>
          </a:p>
          <a:p>
            <a:pPr marL="0" indent="0">
              <a:buNone/>
            </a:pPr>
            <a:r>
              <a:rPr lang="en-US" sz="2400" dirty="0"/>
              <a:t>3. Behavioral experiments: Recognize catastrophic thinking (“I will fall”) and then test prediction</a:t>
            </a:r>
          </a:p>
        </p:txBody>
      </p:sp>
      <p:sp>
        <p:nvSpPr>
          <p:cNvPr id="4" name="TextBox 3"/>
          <p:cNvSpPr txBox="1"/>
          <p:nvPr/>
        </p:nvSpPr>
        <p:spPr>
          <a:xfrm>
            <a:off x="228600" y="6446520"/>
            <a:ext cx="8686800" cy="261610"/>
          </a:xfrm>
          <a:prstGeom prst="rect">
            <a:avLst/>
          </a:prstGeom>
          <a:noFill/>
        </p:spPr>
        <p:txBody>
          <a:bodyPr wrap="square">
            <a:spAutoFit/>
          </a:bodyPr>
          <a:lstStyle/>
          <a:p>
            <a:r>
              <a:rPr lang="en-US" sz="1100" dirty="0">
                <a:solidFill>
                  <a:srgbClr val="595959"/>
                </a:solidFill>
              </a:rPr>
              <a:t>Source: Clinical Psychologist Newcastle</a:t>
            </a:r>
            <a:endParaRPr sz="1100" dirty="0">
              <a:solidFill>
                <a:srgbClr val="595959"/>
              </a:solidFill>
            </a:endParaRPr>
          </a:p>
        </p:txBody>
      </p:sp>
      <p:pic>
        <p:nvPicPr>
          <p:cNvPr id="5" name="Picture 4" descr="Understanding the CBT Triangle - Dr Mariam Majid ...">
            <a:extLst>
              <a:ext uri="{FF2B5EF4-FFF2-40B4-BE49-F238E27FC236}">
                <a16:creationId xmlns:a16="http://schemas.microsoft.com/office/drawing/2014/main" id="{AE62D9D2-06A8-0B7E-CE54-A37D13FD5410}"/>
              </a:ext>
            </a:extLst>
          </p:cNvPr>
          <p:cNvPicPr>
            <a:picLocks noChangeAspect="1"/>
          </p:cNvPicPr>
          <p:nvPr/>
        </p:nvPicPr>
        <p:blipFill>
          <a:blip r:embed="rId3"/>
          <a:stretch>
            <a:fillRect/>
          </a:stretch>
        </p:blipFill>
        <p:spPr>
          <a:xfrm>
            <a:off x="5405966" y="3267286"/>
            <a:ext cx="3179234" cy="31792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lang="en-US" b="1" dirty="0"/>
              <a:t>Evidence on treatment efficacy</a:t>
            </a:r>
            <a:endParaRPr b="1" dirty="0"/>
          </a:p>
        </p:txBody>
      </p:sp>
      <p:graphicFrame>
        <p:nvGraphicFramePr>
          <p:cNvPr id="3" name="Table 2"/>
          <p:cNvGraphicFramePr>
            <a:graphicFrameLocks noGrp="1"/>
          </p:cNvGraphicFramePr>
          <p:nvPr>
            <p:extLst>
              <p:ext uri="{D42A27DB-BD31-4B8C-83A1-F6EECF244321}">
                <p14:modId xmlns:p14="http://schemas.microsoft.com/office/powerpoint/2010/main" val="458766520"/>
              </p:ext>
            </p:extLst>
          </p:nvPr>
        </p:nvGraphicFramePr>
        <p:xfrm>
          <a:off x="274320" y="1005840"/>
          <a:ext cx="8595360" cy="3675888"/>
        </p:xfrm>
        <a:graphic>
          <a:graphicData uri="http://schemas.openxmlformats.org/drawingml/2006/table">
            <a:tbl>
              <a:tblPr firstRow="1" bandRow="1">
                <a:tableStyleId>{1E171933-4619-4E11-9A3F-F7608DF75F80}</a:tableStyleId>
              </a:tblPr>
              <a:tblGrid>
                <a:gridCol w="2739813">
                  <a:extLst>
                    <a:ext uri="{9D8B030D-6E8A-4147-A177-3AD203B41FA5}">
                      <a16:colId xmlns:a16="http://schemas.microsoft.com/office/drawing/2014/main" val="20000"/>
                    </a:ext>
                  </a:extLst>
                </a:gridCol>
                <a:gridCol w="5855547">
                  <a:extLst>
                    <a:ext uri="{9D8B030D-6E8A-4147-A177-3AD203B41FA5}">
                      <a16:colId xmlns:a16="http://schemas.microsoft.com/office/drawing/2014/main" val="20001"/>
                    </a:ext>
                  </a:extLst>
                </a:gridCol>
              </a:tblGrid>
              <a:tr h="457200">
                <a:tc gridSpan="2">
                  <a:txBody>
                    <a:bodyPr/>
                    <a:lstStyle/>
                    <a:p>
                      <a:pPr algn="ctr"/>
                      <a:r>
                        <a:rPr sz="2400" b="1" dirty="0"/>
                        <a:t>Physio4FMD (Nielsen et al., Lancet Neurol 2024)</a:t>
                      </a:r>
                    </a:p>
                  </a:txBody>
                  <a:tcPr marL="54864" marR="54864" marT="27432" marB="27432" anchor="ctr"/>
                </a:tc>
                <a:tc hMerge="1">
                  <a:txBody>
                    <a:bodyPr/>
                    <a:lstStyle/>
                    <a:p>
                      <a:pPr algn="ctr"/>
                      <a:endParaRPr dirty="0"/>
                    </a:p>
                  </a:txBody>
                  <a:tcPr marL="54864" marR="54864" marT="27432" marB="27432" anchor="ctr"/>
                </a:tc>
                <a:extLst>
                  <a:ext uri="{0D108BD9-81ED-4DB2-BD59-A6C34878D82A}">
                    <a16:rowId xmlns:a16="http://schemas.microsoft.com/office/drawing/2014/main" val="10000"/>
                  </a:ext>
                </a:extLst>
              </a:tr>
              <a:tr h="457200">
                <a:tc>
                  <a:txBody>
                    <a:bodyPr/>
                    <a:lstStyle/>
                    <a:p>
                      <a:r>
                        <a:rPr sz="2400"/>
                        <a:t>treatment</a:t>
                      </a:r>
                    </a:p>
                  </a:txBody>
                  <a:tcPr marL="54864" marR="54864" marT="27432" marB="27432" anchor="ctr"/>
                </a:tc>
                <a:tc>
                  <a:txBody>
                    <a:bodyPr/>
                    <a:lstStyle/>
                    <a:p>
                      <a:r>
                        <a:rPr sz="2400" dirty="0"/>
                        <a:t>specialist physio, 9 sessions + follow-up</a:t>
                      </a:r>
                    </a:p>
                  </a:txBody>
                  <a:tcPr marL="54864" marR="54864" marT="27432" marB="27432" anchor="ctr"/>
                </a:tc>
                <a:extLst>
                  <a:ext uri="{0D108BD9-81ED-4DB2-BD59-A6C34878D82A}">
                    <a16:rowId xmlns:a16="http://schemas.microsoft.com/office/drawing/2014/main" val="10002"/>
                  </a:ext>
                </a:extLst>
              </a:tr>
              <a:tr h="457200">
                <a:tc>
                  <a:txBody>
                    <a:bodyPr/>
                    <a:lstStyle/>
                    <a:p>
                      <a:r>
                        <a:rPr sz="2400"/>
                        <a:t>control</a:t>
                      </a:r>
                    </a:p>
                  </a:txBody>
                  <a:tcPr marL="54864" marR="54864" marT="27432" marB="27432" anchor="ctr"/>
                </a:tc>
                <a:tc>
                  <a:txBody>
                    <a:bodyPr/>
                    <a:lstStyle/>
                    <a:p>
                      <a:r>
                        <a:rPr sz="2400"/>
                        <a:t>referral to community neuro-physio</a:t>
                      </a:r>
                    </a:p>
                  </a:txBody>
                  <a:tcPr marL="54864" marR="54864" marT="27432" marB="27432" anchor="ctr"/>
                </a:tc>
                <a:extLst>
                  <a:ext uri="{0D108BD9-81ED-4DB2-BD59-A6C34878D82A}">
                    <a16:rowId xmlns:a16="http://schemas.microsoft.com/office/drawing/2014/main" val="10003"/>
                  </a:ext>
                </a:extLst>
              </a:tr>
              <a:tr h="457200">
                <a:tc>
                  <a:txBody>
                    <a:bodyPr/>
                    <a:lstStyle/>
                    <a:p>
                      <a:r>
                        <a:rPr sz="2400" dirty="0"/>
                        <a:t>primary: SF-36 </a:t>
                      </a:r>
                      <a:endParaRPr lang="en-US" sz="2400" dirty="0"/>
                    </a:p>
                    <a:p>
                      <a:r>
                        <a:rPr sz="2400" dirty="0"/>
                        <a:t>physical function, 12 </a:t>
                      </a:r>
                      <a:r>
                        <a:rPr sz="2400" dirty="0" err="1"/>
                        <a:t>mo</a:t>
                      </a:r>
                      <a:endParaRPr sz="2400" dirty="0"/>
                    </a:p>
                  </a:txBody>
                  <a:tcPr marL="54864" marR="54864" marT="27432" marB="27432" anchor="ctr"/>
                </a:tc>
                <a:tc>
                  <a:txBody>
                    <a:bodyPr/>
                    <a:lstStyle/>
                    <a:p>
                      <a:r>
                        <a:rPr sz="2400" b="1"/>
                        <a:t>+3.5  (95% CI −2.3 to 9.3),  p = 0.23</a:t>
                      </a:r>
                    </a:p>
                  </a:txBody>
                  <a:tcPr marL="54864" marR="54864" marT="27432" marB="27432" anchor="ctr"/>
                </a:tc>
                <a:extLst>
                  <a:ext uri="{0D108BD9-81ED-4DB2-BD59-A6C34878D82A}">
                    <a16:rowId xmlns:a16="http://schemas.microsoft.com/office/drawing/2014/main" val="10004"/>
                  </a:ext>
                </a:extLst>
              </a:tr>
              <a:tr h="457200">
                <a:tc>
                  <a:txBody>
                    <a:bodyPr/>
                    <a:lstStyle/>
                    <a:p>
                      <a:r>
                        <a:rPr sz="2400" dirty="0"/>
                        <a:t>secondary: </a:t>
                      </a:r>
                      <a:br>
                        <a:rPr lang="en-US" sz="2400" dirty="0"/>
                      </a:br>
                      <a:r>
                        <a:rPr sz="2400" dirty="0"/>
                        <a:t>“my symptoms improved”</a:t>
                      </a:r>
                    </a:p>
                  </a:txBody>
                  <a:tcPr marL="54864" marR="54864" marT="27432" marB="27432" anchor="ctr"/>
                </a:tc>
                <a:tc>
                  <a:txBody>
                    <a:bodyPr/>
                    <a:lstStyle/>
                    <a:p>
                      <a:r>
                        <a:rPr sz="2400" dirty="0"/>
                        <a:t>OR 2.3 (1.4–3.9) favoring specialist PT</a:t>
                      </a:r>
                    </a:p>
                  </a:txBody>
                  <a:tcPr marL="54864" marR="54864" marT="27432" marB="27432" anchor="ctr"/>
                </a:tc>
                <a:extLst>
                  <a:ext uri="{0D108BD9-81ED-4DB2-BD59-A6C34878D82A}">
                    <a16:rowId xmlns:a16="http://schemas.microsoft.com/office/drawing/2014/main" val="10006"/>
                  </a:ext>
                </a:extLst>
              </a:tr>
            </a:tbl>
          </a:graphicData>
        </a:graphic>
      </p:graphicFrame>
      <p:sp>
        <p:nvSpPr>
          <p:cNvPr id="5" name="TextBox 4"/>
          <p:cNvSpPr txBox="1"/>
          <p:nvPr/>
        </p:nvSpPr>
        <p:spPr>
          <a:xfrm>
            <a:off x="228600" y="6446520"/>
            <a:ext cx="8686800" cy="320040"/>
          </a:xfrm>
          <a:prstGeom prst="rect">
            <a:avLst/>
          </a:prstGeom>
          <a:noFill/>
        </p:spPr>
        <p:txBody>
          <a:bodyPr wrap="square">
            <a:spAutoFit/>
          </a:bodyPr>
          <a:lstStyle/>
          <a:p>
            <a:r>
              <a:rPr sz="1100">
                <a:solidFill>
                  <a:srgbClr val="595959"/>
                </a:solidFill>
              </a:rPr>
              <a:t>Nielsen G, et al. Lancet Neurology 2024;23:675–686 (PMID 38768621)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37160"/>
            <a:ext cx="8686800" cy="658368"/>
          </a:xfrm>
        </p:spPr>
        <p:txBody>
          <a:bodyPr>
            <a:normAutofit fontScale="90000"/>
          </a:bodyPr>
          <a:lstStyle/>
          <a:p>
            <a:r>
              <a:rPr b="1"/>
              <a:t>“Is she faking?”</a:t>
            </a:r>
          </a:p>
        </p:txBody>
      </p:sp>
      <p:sp>
        <p:nvSpPr>
          <p:cNvPr id="3" name="Content Placeholder 2"/>
          <p:cNvSpPr>
            <a:spLocks noGrp="1"/>
          </p:cNvSpPr>
          <p:nvPr>
            <p:ph idx="1"/>
          </p:nvPr>
        </p:nvSpPr>
        <p:spPr>
          <a:xfrm>
            <a:off x="192024" y="1033271"/>
            <a:ext cx="8714232" cy="5486400"/>
          </a:xfrm>
        </p:spPr>
        <p:txBody>
          <a:bodyPr/>
          <a:lstStyle/>
          <a:p>
            <a:pPr marL="0" indent="0">
              <a:spcAft>
                <a:spcPts val="600"/>
              </a:spcAft>
              <a:buNone/>
            </a:pPr>
            <a:r>
              <a:rPr sz="2400" dirty="0"/>
              <a:t>no clinical test can </a:t>
            </a:r>
            <a:r>
              <a:rPr lang="en-US" sz="2400" dirty="0"/>
              <a:t>distinguish malingering from FND</a:t>
            </a:r>
          </a:p>
          <a:p>
            <a:pPr marL="0" indent="0">
              <a:spcAft>
                <a:spcPts val="600"/>
              </a:spcAft>
              <a:buNone/>
            </a:pPr>
            <a:r>
              <a:rPr lang="en-US" sz="2400" dirty="0"/>
              <a:t>You can’t read people’s minds.</a:t>
            </a:r>
          </a:p>
          <a:p>
            <a:pPr marL="0" indent="0">
              <a:spcAft>
                <a:spcPts val="600"/>
              </a:spcAft>
              <a:buNone/>
            </a:pPr>
            <a:endParaRPr lang="en-US" sz="2400" dirty="0"/>
          </a:p>
          <a:p>
            <a:pPr marL="0" indent="0">
              <a:spcAft>
                <a:spcPts val="600"/>
              </a:spcAft>
              <a:buNone/>
            </a:pPr>
            <a:r>
              <a:rPr lang="en-US" sz="2400" dirty="0"/>
              <a:t>Prognosis for FND is terrible: 40% no improvement @ 7 year f/u</a:t>
            </a:r>
          </a:p>
          <a:p>
            <a:pPr marL="0" indent="0">
              <a:spcAft>
                <a:spcPts val="600"/>
              </a:spcAft>
              <a:buNone/>
            </a:pPr>
            <a:r>
              <a:rPr lang="en-US" sz="2400" dirty="0"/>
              <a:t>	only 20% with remission</a:t>
            </a:r>
          </a:p>
          <a:p>
            <a:pPr marL="0" indent="0">
              <a:spcAft>
                <a:spcPts val="600"/>
              </a:spcAft>
              <a:buNone/>
            </a:pPr>
            <a:endParaRPr lang="en-US" sz="2200" dirty="0"/>
          </a:p>
        </p:txBody>
      </p:sp>
      <p:sp>
        <p:nvSpPr>
          <p:cNvPr id="6" name="TextBox 5">
            <a:extLst>
              <a:ext uri="{FF2B5EF4-FFF2-40B4-BE49-F238E27FC236}">
                <a16:creationId xmlns:a16="http://schemas.microsoft.com/office/drawing/2014/main" id="{1352C190-4D35-0711-88B4-667565F06CBA}"/>
              </a:ext>
            </a:extLst>
          </p:cNvPr>
          <p:cNvSpPr txBox="1"/>
          <p:nvPr/>
        </p:nvSpPr>
        <p:spPr>
          <a:xfrm>
            <a:off x="1075266" y="3776471"/>
            <a:ext cx="6189133" cy="1862048"/>
          </a:xfrm>
          <a:prstGeom prst="rect">
            <a:avLst/>
          </a:prstGeom>
          <a:noFill/>
        </p:spPr>
        <p:txBody>
          <a:bodyPr wrap="square">
            <a:spAutoFit/>
          </a:bodyPr>
          <a:lstStyle/>
          <a:p>
            <a:pPr algn="ctr"/>
            <a:r>
              <a:rPr lang="en-US" sz="11500" b="1" dirty="0"/>
              <a:t>be nice</a:t>
            </a:r>
          </a:p>
        </p:txBody>
      </p:sp>
      <p:sp>
        <p:nvSpPr>
          <p:cNvPr id="7" name="TextBox 6">
            <a:extLst>
              <a:ext uri="{FF2B5EF4-FFF2-40B4-BE49-F238E27FC236}">
                <a16:creationId xmlns:a16="http://schemas.microsoft.com/office/drawing/2014/main" id="{BB5A5838-6131-F42A-4B5E-AB4FFB18B48D}"/>
              </a:ext>
            </a:extLst>
          </p:cNvPr>
          <p:cNvSpPr txBox="1"/>
          <p:nvPr/>
        </p:nvSpPr>
        <p:spPr>
          <a:xfrm>
            <a:off x="192024" y="6058006"/>
            <a:ext cx="8178123" cy="923330"/>
          </a:xfrm>
          <a:prstGeom prst="rect">
            <a:avLst/>
          </a:prstGeom>
          <a:noFill/>
        </p:spPr>
        <p:txBody>
          <a:bodyPr wrap="square" rtlCol="0">
            <a:spAutoFit/>
          </a:bodyPr>
          <a:lstStyle/>
          <a:p>
            <a:r>
              <a:rPr lang="en-US" dirty="0" err="1">
                <a:solidFill>
                  <a:srgbClr val="595959"/>
                </a:solidFill>
              </a:rPr>
              <a:t>Gelauff</a:t>
            </a:r>
            <a:r>
              <a:rPr lang="en-US" dirty="0">
                <a:solidFill>
                  <a:srgbClr val="595959"/>
                </a:solidFill>
              </a:rPr>
              <a:t> et al., JNNP 2014;85:220 · </a:t>
            </a:r>
            <a:r>
              <a:rPr lang="en-US" dirty="0" err="1">
                <a:solidFill>
                  <a:srgbClr val="595959"/>
                </a:solidFill>
              </a:rPr>
              <a:t>Gelauff</a:t>
            </a:r>
            <a:r>
              <a:rPr lang="en-US" dirty="0">
                <a:solidFill>
                  <a:srgbClr val="595959"/>
                </a:solidFill>
              </a:rPr>
              <a:t> et al., Brain 2019;142:2137 · Sharpe et al., Psychol Med 2010;40:689</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E736-7F16-AE92-D303-80F4A68B3002}"/>
              </a:ext>
            </a:extLst>
          </p:cNvPr>
          <p:cNvSpPr>
            <a:spLocks noGrp="1"/>
          </p:cNvSpPr>
          <p:nvPr>
            <p:ph type="title"/>
          </p:nvPr>
        </p:nvSpPr>
        <p:spPr/>
        <p:txBody>
          <a:bodyPr>
            <a:normAutofit fontScale="90000"/>
          </a:bodyPr>
          <a:lstStyle/>
          <a:p>
            <a:r>
              <a:rPr lang="en-US" b="1" dirty="0"/>
              <a:t>Summary</a:t>
            </a:r>
          </a:p>
        </p:txBody>
      </p:sp>
      <p:sp>
        <p:nvSpPr>
          <p:cNvPr id="3" name="Content Placeholder 2">
            <a:extLst>
              <a:ext uri="{FF2B5EF4-FFF2-40B4-BE49-F238E27FC236}">
                <a16:creationId xmlns:a16="http://schemas.microsoft.com/office/drawing/2014/main" id="{9D360F44-7DEA-F772-0ADB-54EDF7446BFA}"/>
              </a:ext>
            </a:extLst>
          </p:cNvPr>
          <p:cNvSpPr>
            <a:spLocks noGrp="1"/>
          </p:cNvSpPr>
          <p:nvPr>
            <p:ph idx="1"/>
          </p:nvPr>
        </p:nvSpPr>
        <p:spPr>
          <a:xfrm>
            <a:off x="192024" y="1033271"/>
            <a:ext cx="8714232" cy="5394960"/>
          </a:xfrm>
        </p:spPr>
        <p:txBody>
          <a:bodyPr/>
          <a:lstStyle/>
          <a:p>
            <a:pPr marL="514350" indent="-514350">
              <a:spcAft>
                <a:spcPts val="1000"/>
              </a:spcAft>
              <a:buAutoNum type="arabicPeriod"/>
            </a:pPr>
            <a:r>
              <a:rPr sz="2400" dirty="0"/>
              <a:t>FND is ruled </a:t>
            </a:r>
            <a:r>
              <a:rPr sz="2400" b="1" dirty="0"/>
              <a:t>in</a:t>
            </a:r>
            <a:r>
              <a:rPr sz="2400" dirty="0"/>
              <a:t> on the exam (inconsistency, incongruence) </a:t>
            </a:r>
            <a:r>
              <a:rPr lang="en-US" sz="2400" dirty="0"/>
              <a:t>although in practice you also evaluate other causes and try to rule them out</a:t>
            </a:r>
          </a:p>
          <a:p>
            <a:pPr marL="514350" indent="-514350">
              <a:spcAft>
                <a:spcPts val="1000"/>
              </a:spcAft>
              <a:buAutoNum type="arabicPeriod"/>
            </a:pPr>
            <a:r>
              <a:rPr sz="2400" dirty="0"/>
              <a:t>the </a:t>
            </a:r>
            <a:r>
              <a:rPr lang="en-US" sz="2400" dirty="0"/>
              <a:t>science is in early stages, it has identified was candidate connections and regions that seem important</a:t>
            </a:r>
          </a:p>
          <a:p>
            <a:pPr marL="514350" indent="-514350">
              <a:spcAft>
                <a:spcPts val="1000"/>
              </a:spcAft>
              <a:buAutoNum type="arabicPeriod"/>
            </a:pPr>
            <a:r>
              <a:rPr sz="2400" dirty="0"/>
              <a:t>treatment </a:t>
            </a:r>
            <a:r>
              <a:rPr lang="en-US" sz="2400" dirty="0"/>
              <a:t>is with a combination of psychotherapy and physical therapy techniques that help people access their (in principle working) motor areas, often by helping them distract themselves while they practice using these areas of their brain</a:t>
            </a:r>
            <a:endParaRPr sz="2400" dirty="0"/>
          </a:p>
        </p:txBody>
      </p:sp>
    </p:spTree>
    <p:extLst>
      <p:ext uri="{BB962C8B-B14F-4D97-AF65-F5344CB8AC3E}">
        <p14:creationId xmlns:p14="http://schemas.microsoft.com/office/powerpoint/2010/main" val="24987481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2561</TotalTime>
  <Words>1977</Words>
  <Application>Microsoft Macintosh PowerPoint</Application>
  <PresentationFormat>On-screen Show (4:3)</PresentationFormat>
  <Paragraphs>195</Paragraphs>
  <Slides>23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ui-monospace</vt:lpstr>
      <vt:lpstr>Office Theme</vt:lpstr>
      <vt:lpstr>PowerPoint Presentation</vt:lpstr>
      <vt:lpstr>PowerPoint Presentation</vt:lpstr>
      <vt:lpstr>PowerPoint Presentation</vt:lpstr>
      <vt:lpstr>PowerPoint Presentation</vt:lpstr>
      <vt:lpstr>PowerPoint Presentation</vt:lpstr>
      <vt:lpstr>Localization / DDx</vt:lpstr>
      <vt:lpstr>PowerPoint Presentation</vt:lpstr>
      <vt:lpstr>10-minute FND crash course</vt:lpstr>
      <vt:lpstr>Old view: “hysteria” → “conversion”</vt:lpstr>
      <vt:lpstr>New view (in DSM 5)</vt:lpstr>
      <vt:lpstr>Example (+)-sign</vt:lpstr>
      <vt:lpstr>Other positive “signs”</vt:lpstr>
      <vt:lpstr>PowerPoint Presentation</vt:lpstr>
      <vt:lpstr>How good are the signs?</vt:lpstr>
      <vt:lpstr>Pathophysiology</vt:lpstr>
      <vt:lpstr>Hallett et al. (2022)’s very busy model</vt:lpstr>
      <vt:lpstr>1. limbic -&gt; supplementary motor area connections are stronger in FND</vt:lpstr>
      <vt:lpstr>2. “did I do that?” detector (rTPJ) less active</vt:lpstr>
      <vt:lpstr>science → treatment?</vt:lpstr>
      <vt:lpstr>More on CBT/PT</vt:lpstr>
      <vt:lpstr>Evidence on treatment efficacy</vt:lpstr>
      <vt:lpstr>“Is she faking?”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White</dc:creator>
  <cp:lastModifiedBy>Steven White</cp:lastModifiedBy>
  <cp:revision>1</cp:revision>
  <dcterms:created xsi:type="dcterms:W3CDTF">2025-04-06T21:48:22Z</dcterms:created>
  <dcterms:modified xsi:type="dcterms:W3CDTF">2026-09-11T20:24:07Z</dcterms:modified>
</cp:coreProperties>
</file>